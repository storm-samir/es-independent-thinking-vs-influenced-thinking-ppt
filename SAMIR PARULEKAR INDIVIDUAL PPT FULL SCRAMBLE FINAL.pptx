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0"/>
  </p:notesMasterIdLst>
  <p:sldIdLst>
    <p:sldId id="256" r:id="rId2"/>
    <p:sldId id="257" r:id="rId3"/>
    <p:sldId id="258" r:id="rId4"/>
    <p:sldId id="259" r:id="rId5"/>
    <p:sldId id="260" r:id="rId6"/>
    <p:sldId id="261"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86B1"/>
    <a:srgbClr val="538CB4"/>
    <a:srgbClr val="36B2E2"/>
    <a:srgbClr val="0070C0"/>
    <a:srgbClr val="612F75"/>
    <a:srgbClr val="E94560"/>
    <a:srgbClr val="FFFFFF"/>
    <a:srgbClr val="F35FE8"/>
    <a:srgbClr val="B984CE"/>
    <a:srgbClr val="BF17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5CBA99-13B9-4BB0-9820-53D76A68D018}" type="datetimeFigureOut">
              <a:rPr lang="en-IN" smtClean="0"/>
              <a:t>15-06-2026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1516CF-2B03-426A-9C05-C5C306DE361C}" type="slidenum">
              <a:rPr lang="en-IN" smtClean="0"/>
              <a:t>‹#›</a:t>
            </a:fld>
            <a:endParaRPr lang="en-IN"/>
          </a:p>
        </p:txBody>
      </p:sp>
    </p:spTree>
    <p:extLst>
      <p:ext uri="{BB962C8B-B14F-4D97-AF65-F5344CB8AC3E}">
        <p14:creationId xmlns:p14="http://schemas.microsoft.com/office/powerpoint/2010/main" val="3663839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31516CF-2B03-426A-9C05-C5C306DE361C}" type="slidenum">
              <a:rPr lang="en-IN" smtClean="0"/>
              <a:t>3</a:t>
            </a:fld>
            <a:endParaRPr lang="en-IN"/>
          </a:p>
        </p:txBody>
      </p:sp>
    </p:spTree>
    <p:extLst>
      <p:ext uri="{BB962C8B-B14F-4D97-AF65-F5344CB8AC3E}">
        <p14:creationId xmlns:p14="http://schemas.microsoft.com/office/powerpoint/2010/main" val="2849969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31516CF-2B03-426A-9C05-C5C306DE361C}" type="slidenum">
              <a:rPr lang="en-IN" smtClean="0"/>
              <a:t>5</a:t>
            </a:fld>
            <a:endParaRPr lang="en-IN"/>
          </a:p>
        </p:txBody>
      </p:sp>
    </p:spTree>
    <p:extLst>
      <p:ext uri="{BB962C8B-B14F-4D97-AF65-F5344CB8AC3E}">
        <p14:creationId xmlns:p14="http://schemas.microsoft.com/office/powerpoint/2010/main" val="2658622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31516CF-2B03-426A-9C05-C5C306DE361C}" type="slidenum">
              <a:rPr lang="en-IN" smtClean="0"/>
              <a:t>6</a:t>
            </a:fld>
            <a:endParaRPr lang="en-IN"/>
          </a:p>
        </p:txBody>
      </p:sp>
    </p:spTree>
    <p:extLst>
      <p:ext uri="{BB962C8B-B14F-4D97-AF65-F5344CB8AC3E}">
        <p14:creationId xmlns:p14="http://schemas.microsoft.com/office/powerpoint/2010/main" val="1395282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6188C5-0C3E-43E1-BE29-1374BE1236E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1434218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6188C5-0C3E-43E1-BE29-1374BE1236E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3765231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6188C5-0C3E-43E1-BE29-1374BE1236E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935807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6188C5-0C3E-43E1-BE29-1374BE1236E9}" type="datetimeFigureOut">
              <a:rPr lang="en-IN" smtClean="0"/>
              <a:t>15-06-2026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144419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6188C5-0C3E-43E1-BE29-1374BE1236E9}" type="datetimeFigureOut">
              <a:rPr lang="en-IN" smtClean="0"/>
              <a:t>15-06-2026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1243871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6188C5-0C3E-43E1-BE29-1374BE1236E9}" type="datetimeFigureOut">
              <a:rPr lang="en-IN" smtClean="0"/>
              <a:t>15-06-2026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2864881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6188C5-0C3E-43E1-BE29-1374BE1236E9}" type="datetimeFigureOut">
              <a:rPr lang="en-IN" smtClean="0"/>
              <a:t>15-06-2026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175061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6188C5-0C3E-43E1-BE29-1374BE1236E9}" type="datetimeFigureOut">
              <a:rPr lang="en-IN" smtClean="0"/>
              <a:t>15-06-2026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3866754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6188C5-0C3E-43E1-BE29-1374BE1236E9}" type="datetimeFigureOut">
              <a:rPr lang="en-IN" smtClean="0"/>
              <a:t>15-06-2026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2334629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6188C5-0C3E-43E1-BE29-1374BE1236E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593611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6188C5-0C3E-43E1-BE29-1374BE1236E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FD830B-F8B8-4EB0-9CCC-B7096C90F9AC}"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34459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6188C5-0C3E-43E1-BE29-1374BE1236E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5293252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6188C5-0C3E-43E1-BE29-1374BE1236E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FD830B-F8B8-4EB0-9CCC-B7096C90F9A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797082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6188C5-0C3E-43E1-BE29-1374BE1236E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1351052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6188C5-0C3E-43E1-BE29-1374BE1236E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2575375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6188C5-0C3E-43E1-BE29-1374BE1236E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FD830B-F8B8-4EB0-9CCC-B7096C90F9AC}" type="slidenum">
              <a:rPr lang="en-IN" smtClean="0"/>
              <a:t>‹#›</a:t>
            </a:fld>
            <a:endParaRPr lang="en-IN"/>
          </a:p>
        </p:txBody>
      </p:sp>
    </p:spTree>
    <p:extLst>
      <p:ext uri="{BB962C8B-B14F-4D97-AF65-F5344CB8AC3E}">
        <p14:creationId xmlns:p14="http://schemas.microsoft.com/office/powerpoint/2010/main" val="854264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E6188C5-0C3E-43E1-BE29-1374BE1236E9}" type="datetimeFigureOut">
              <a:rPr lang="en-IN" smtClean="0"/>
              <a:t>15-06-2026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BFD830B-F8B8-4EB0-9CCC-B7096C90F9AC}" type="slidenum">
              <a:rPr lang="en-IN" smtClean="0"/>
              <a:t>‹#›</a:t>
            </a:fld>
            <a:endParaRPr lang="en-IN"/>
          </a:p>
        </p:txBody>
      </p:sp>
    </p:spTree>
    <p:extLst>
      <p:ext uri="{BB962C8B-B14F-4D97-AF65-F5344CB8AC3E}">
        <p14:creationId xmlns:p14="http://schemas.microsoft.com/office/powerpoint/2010/main" val="230825080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13" Type="http://schemas.openxmlformats.org/officeDocument/2006/relationships/image" Target="../media/image1.png"/><Relationship Id="rId18" Type="http://schemas.openxmlformats.org/officeDocument/2006/relationships/image" Target="../media/image16.svg"/><Relationship Id="rId26" Type="http://schemas.openxmlformats.org/officeDocument/2006/relationships/image" Target="../media/image24.svg"/><Relationship Id="rId3" Type="http://schemas.openxmlformats.org/officeDocument/2006/relationships/image" Target="../media/image7.png"/><Relationship Id="rId21" Type="http://schemas.openxmlformats.org/officeDocument/2006/relationships/image" Target="../media/image19.png"/><Relationship Id="rId34" Type="http://schemas.openxmlformats.org/officeDocument/2006/relationships/image" Target="../media/image32.svg"/><Relationship Id="rId7" Type="http://schemas.openxmlformats.org/officeDocument/2006/relationships/image" Target="../media/image11.png"/><Relationship Id="rId12" Type="http://schemas.openxmlformats.org/officeDocument/2006/relationships/image" Target="../media/image6.sv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2" Type="http://schemas.openxmlformats.org/officeDocument/2006/relationships/notesSlide" Target="../notesSlides/notesSlide1.xml"/><Relationship Id="rId16" Type="http://schemas.openxmlformats.org/officeDocument/2006/relationships/image" Target="../media/image14.svg"/><Relationship Id="rId20" Type="http://schemas.openxmlformats.org/officeDocument/2006/relationships/image" Target="../media/image18.svg"/><Relationship Id="rId29"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image" Target="../media/image5.png"/><Relationship Id="rId24" Type="http://schemas.openxmlformats.org/officeDocument/2006/relationships/image" Target="../media/image22.svg"/><Relationship Id="rId32" Type="http://schemas.openxmlformats.org/officeDocument/2006/relationships/image" Target="../media/image30.svg"/><Relationship Id="rId5" Type="http://schemas.openxmlformats.org/officeDocument/2006/relationships/image" Target="../media/image9.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svg"/><Relationship Id="rId10" Type="http://schemas.openxmlformats.org/officeDocument/2006/relationships/image" Target="../media/image4.svg"/><Relationship Id="rId19" Type="http://schemas.openxmlformats.org/officeDocument/2006/relationships/image" Target="../media/image17.png"/><Relationship Id="rId31" Type="http://schemas.openxmlformats.org/officeDocument/2006/relationships/image" Target="../media/image29.png"/><Relationship Id="rId4" Type="http://schemas.openxmlformats.org/officeDocument/2006/relationships/image" Target="../media/image8.svg"/><Relationship Id="rId9" Type="http://schemas.openxmlformats.org/officeDocument/2006/relationships/image" Target="../media/image3.png"/><Relationship Id="rId14" Type="http://schemas.openxmlformats.org/officeDocument/2006/relationships/image" Target="../media/image2.svg"/><Relationship Id="rId22" Type="http://schemas.openxmlformats.org/officeDocument/2006/relationships/image" Target="../media/image20.svg"/><Relationship Id="rId27" Type="http://schemas.openxmlformats.org/officeDocument/2006/relationships/image" Target="../media/image25.png"/><Relationship Id="rId30" Type="http://schemas.openxmlformats.org/officeDocument/2006/relationships/image" Target="../media/image28.svg"/><Relationship Id="rId8" Type="http://schemas.openxmlformats.org/officeDocument/2006/relationships/image" Target="../media/image12.svg"/></Relationships>
</file>

<file path=ppt/slides/_rels/slide4.xml.rels><?xml version="1.0" encoding="UTF-8" standalone="yes"?>
<Relationships xmlns="http://schemas.openxmlformats.org/package/2006/relationships"><Relationship Id="rId13" Type="http://schemas.openxmlformats.org/officeDocument/2006/relationships/image" Target="../media/image30.svg"/><Relationship Id="rId18" Type="http://schemas.openxmlformats.org/officeDocument/2006/relationships/image" Target="../media/image23.png"/><Relationship Id="rId26" Type="http://schemas.openxmlformats.org/officeDocument/2006/relationships/image" Target="../media/image37.png"/><Relationship Id="rId39" Type="http://schemas.openxmlformats.org/officeDocument/2006/relationships/image" Target="../media/image50.svg"/><Relationship Id="rId21" Type="http://schemas.openxmlformats.org/officeDocument/2006/relationships/image" Target="../media/image26.svg"/><Relationship Id="rId34" Type="http://schemas.openxmlformats.org/officeDocument/2006/relationships/image" Target="../media/image45.png"/><Relationship Id="rId42" Type="http://schemas.openxmlformats.org/officeDocument/2006/relationships/image" Target="../media/image53.png"/><Relationship Id="rId7" Type="http://schemas.openxmlformats.org/officeDocument/2006/relationships/image" Target="../media/image18.svg"/><Relationship Id="rId2" Type="http://schemas.openxmlformats.org/officeDocument/2006/relationships/image" Target="../media/image13.png"/><Relationship Id="rId16" Type="http://schemas.openxmlformats.org/officeDocument/2006/relationships/image" Target="../media/image21.png"/><Relationship Id="rId29" Type="http://schemas.openxmlformats.org/officeDocument/2006/relationships/image" Target="../media/image40.sv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8.svg"/><Relationship Id="rId24" Type="http://schemas.openxmlformats.org/officeDocument/2006/relationships/image" Target="../media/image35.png"/><Relationship Id="rId32" Type="http://schemas.openxmlformats.org/officeDocument/2006/relationships/image" Target="../media/image43.png"/><Relationship Id="rId37" Type="http://schemas.openxmlformats.org/officeDocument/2006/relationships/image" Target="../media/image48.svg"/><Relationship Id="rId40" Type="http://schemas.openxmlformats.org/officeDocument/2006/relationships/image" Target="../media/image51.png"/><Relationship Id="rId45" Type="http://schemas.openxmlformats.org/officeDocument/2006/relationships/image" Target="../media/image56.svg"/><Relationship Id="rId5" Type="http://schemas.openxmlformats.org/officeDocument/2006/relationships/image" Target="../media/image16.svg"/><Relationship Id="rId15" Type="http://schemas.openxmlformats.org/officeDocument/2006/relationships/image" Target="../media/image32.svg"/><Relationship Id="rId23" Type="http://schemas.openxmlformats.org/officeDocument/2006/relationships/image" Target="../media/image34.svg"/><Relationship Id="rId28" Type="http://schemas.openxmlformats.org/officeDocument/2006/relationships/image" Target="../media/image39.png"/><Relationship Id="rId36" Type="http://schemas.openxmlformats.org/officeDocument/2006/relationships/image" Target="../media/image47.png"/><Relationship Id="rId10" Type="http://schemas.openxmlformats.org/officeDocument/2006/relationships/image" Target="../media/image27.png"/><Relationship Id="rId19" Type="http://schemas.openxmlformats.org/officeDocument/2006/relationships/image" Target="../media/image24.svg"/><Relationship Id="rId31" Type="http://schemas.openxmlformats.org/officeDocument/2006/relationships/image" Target="../media/image42.svg"/><Relationship Id="rId44" Type="http://schemas.openxmlformats.org/officeDocument/2006/relationships/image" Target="../media/image55.pn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31.png"/><Relationship Id="rId22" Type="http://schemas.openxmlformats.org/officeDocument/2006/relationships/image" Target="../media/image33.png"/><Relationship Id="rId27" Type="http://schemas.openxmlformats.org/officeDocument/2006/relationships/image" Target="../media/image38.svg"/><Relationship Id="rId30" Type="http://schemas.openxmlformats.org/officeDocument/2006/relationships/image" Target="../media/image41.png"/><Relationship Id="rId35" Type="http://schemas.openxmlformats.org/officeDocument/2006/relationships/image" Target="../media/image46.svg"/><Relationship Id="rId43" Type="http://schemas.openxmlformats.org/officeDocument/2006/relationships/image" Target="../media/image54.svg"/><Relationship Id="rId8" Type="http://schemas.openxmlformats.org/officeDocument/2006/relationships/image" Target="../media/image19.png"/><Relationship Id="rId3" Type="http://schemas.openxmlformats.org/officeDocument/2006/relationships/image" Target="../media/image14.svg"/><Relationship Id="rId12" Type="http://schemas.openxmlformats.org/officeDocument/2006/relationships/image" Target="../media/image29.png"/><Relationship Id="rId17" Type="http://schemas.openxmlformats.org/officeDocument/2006/relationships/image" Target="../media/image22.svg"/><Relationship Id="rId25" Type="http://schemas.openxmlformats.org/officeDocument/2006/relationships/image" Target="../media/image36.svg"/><Relationship Id="rId33" Type="http://schemas.openxmlformats.org/officeDocument/2006/relationships/image" Target="../media/image44.svg"/><Relationship Id="rId38" Type="http://schemas.openxmlformats.org/officeDocument/2006/relationships/image" Target="../media/image49.png"/><Relationship Id="rId20" Type="http://schemas.openxmlformats.org/officeDocument/2006/relationships/image" Target="../media/image25.png"/><Relationship Id="rId41" Type="http://schemas.openxmlformats.org/officeDocument/2006/relationships/image" Target="../media/image52.svg"/></Relationships>
</file>

<file path=ppt/slides/_rels/slide5.xml.rels><?xml version="1.0" encoding="UTF-8" standalone="yes"?>
<Relationships xmlns="http://schemas.openxmlformats.org/package/2006/relationships"><Relationship Id="rId13" Type="http://schemas.openxmlformats.org/officeDocument/2006/relationships/image" Target="../media/image43.png"/><Relationship Id="rId18" Type="http://schemas.openxmlformats.org/officeDocument/2006/relationships/image" Target="../media/image48.svg"/><Relationship Id="rId26" Type="http://schemas.openxmlformats.org/officeDocument/2006/relationships/image" Target="../media/image56.svg"/><Relationship Id="rId3" Type="http://schemas.openxmlformats.org/officeDocument/2006/relationships/image" Target="../media/image33.png"/><Relationship Id="rId21" Type="http://schemas.openxmlformats.org/officeDocument/2006/relationships/image" Target="../media/image51.png"/><Relationship Id="rId34" Type="http://schemas.openxmlformats.org/officeDocument/2006/relationships/image" Target="../media/image64.svg"/><Relationship Id="rId7" Type="http://schemas.openxmlformats.org/officeDocument/2006/relationships/image" Target="../media/image37.png"/><Relationship Id="rId12" Type="http://schemas.openxmlformats.org/officeDocument/2006/relationships/image" Target="../media/image42.svg"/><Relationship Id="rId17" Type="http://schemas.openxmlformats.org/officeDocument/2006/relationships/image" Target="../media/image47.png"/><Relationship Id="rId25" Type="http://schemas.openxmlformats.org/officeDocument/2006/relationships/image" Target="../media/image55.png"/><Relationship Id="rId33" Type="http://schemas.openxmlformats.org/officeDocument/2006/relationships/image" Target="../media/image63.png"/><Relationship Id="rId2" Type="http://schemas.openxmlformats.org/officeDocument/2006/relationships/notesSlide" Target="../notesSlides/notesSlide2.xml"/><Relationship Id="rId16" Type="http://schemas.openxmlformats.org/officeDocument/2006/relationships/image" Target="../media/image46.svg"/><Relationship Id="rId20" Type="http://schemas.openxmlformats.org/officeDocument/2006/relationships/image" Target="../media/image50.svg"/><Relationship Id="rId29"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36.svg"/><Relationship Id="rId11" Type="http://schemas.openxmlformats.org/officeDocument/2006/relationships/image" Target="../media/image41.png"/><Relationship Id="rId24" Type="http://schemas.openxmlformats.org/officeDocument/2006/relationships/image" Target="../media/image54.svg"/><Relationship Id="rId32" Type="http://schemas.openxmlformats.org/officeDocument/2006/relationships/image" Target="../media/image62.sv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svg"/><Relationship Id="rId10" Type="http://schemas.openxmlformats.org/officeDocument/2006/relationships/image" Target="../media/image40.sv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svg"/><Relationship Id="rId9" Type="http://schemas.openxmlformats.org/officeDocument/2006/relationships/image" Target="../media/image39.png"/><Relationship Id="rId14" Type="http://schemas.openxmlformats.org/officeDocument/2006/relationships/image" Target="../media/image44.svg"/><Relationship Id="rId22" Type="http://schemas.openxmlformats.org/officeDocument/2006/relationships/image" Target="../media/image52.svg"/><Relationship Id="rId27" Type="http://schemas.openxmlformats.org/officeDocument/2006/relationships/image" Target="../media/image57.png"/><Relationship Id="rId30" Type="http://schemas.openxmlformats.org/officeDocument/2006/relationships/image" Target="../media/image60.svg"/><Relationship Id="rId35" Type="http://schemas.openxmlformats.org/officeDocument/2006/relationships/image" Target="../media/image65.png"/><Relationship Id="rId8" Type="http://schemas.openxmlformats.org/officeDocument/2006/relationships/image" Target="../media/image38.svg"/></Relationships>
</file>

<file path=ppt/slides/_rels/slide6.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7.svg"/><Relationship Id="rId18" Type="http://schemas.openxmlformats.org/officeDocument/2006/relationships/image" Target="../media/image72.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svg"/><Relationship Id="rId2" Type="http://schemas.openxmlformats.org/officeDocument/2006/relationships/notesSlide" Target="../notesSlides/notesSlide3.xml"/><Relationship Id="rId16"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60.sv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svg"/><Relationship Id="rId10" Type="http://schemas.openxmlformats.org/officeDocument/2006/relationships/image" Target="../media/image64.svg"/><Relationship Id="rId19" Type="http://schemas.openxmlformats.org/officeDocument/2006/relationships/image" Target="../media/image73.svg"/><Relationship Id="rId4" Type="http://schemas.openxmlformats.org/officeDocument/2006/relationships/image" Target="../media/image58.svg"/><Relationship Id="rId9" Type="http://schemas.openxmlformats.org/officeDocument/2006/relationships/image" Target="../media/image63.png"/><Relationship Id="rId14" Type="http://schemas.openxmlformats.org/officeDocument/2006/relationships/image" Target="../media/image68.png"/></Relationships>
</file>

<file path=ppt/slides/_rels/slide7.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svg"/><Relationship Id="rId7" Type="http://schemas.openxmlformats.org/officeDocument/2006/relationships/image" Target="../media/image71.sv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svg"/><Relationship Id="rId4" Type="http://schemas.openxmlformats.org/officeDocument/2006/relationships/image" Target="../media/image68.png"/><Relationship Id="rId9" Type="http://schemas.openxmlformats.org/officeDocument/2006/relationships/image" Target="../media/image73.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C4CCFD-C90C-D566-21D9-4244608A1B45}"/>
              </a:ext>
            </a:extLst>
          </p:cNvPr>
          <p:cNvSpPr/>
          <p:nvPr/>
        </p:nvSpPr>
        <p:spPr>
          <a:xfrm>
            <a:off x="0" y="0"/>
            <a:ext cx="838200" cy="6858000"/>
          </a:xfrm>
          <a:prstGeom prst="rect">
            <a:avLst/>
          </a:prstGeom>
          <a:solidFill>
            <a:schemeClr val="accent2">
              <a:alpha val="8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5AB6CD09-E4BB-A582-ECF2-158E6196685A}"/>
              </a:ext>
            </a:extLst>
          </p:cNvPr>
          <p:cNvSpPr txBox="1"/>
          <p:nvPr/>
        </p:nvSpPr>
        <p:spPr>
          <a:xfrm>
            <a:off x="1086678" y="1537252"/>
            <a:ext cx="2822713" cy="630942"/>
          </a:xfrm>
          <a:prstGeom prst="rect">
            <a:avLst/>
          </a:prstGeom>
          <a:noFill/>
        </p:spPr>
        <p:txBody>
          <a:bodyPr wrap="square" rtlCol="0">
            <a:spAutoFit/>
          </a:bodyPr>
          <a:lstStyle/>
          <a:p>
            <a:r>
              <a:rPr lang="en-US" sz="3500" b="1" dirty="0">
                <a:solidFill>
                  <a:schemeClr val="accent6"/>
                </a:solidFill>
                <a:latin typeface="Calibri" panose="020F0502020204030204" pitchFamily="34" charset="0"/>
                <a:cs typeface="Calibri" panose="020F0502020204030204" pitchFamily="34" charset="0"/>
              </a:rPr>
              <a:t>ARE WE</a:t>
            </a:r>
            <a:endParaRPr lang="en-IN" sz="3500" b="1" dirty="0">
              <a:solidFill>
                <a:schemeClr val="accent6"/>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B0AF1143-F280-4F88-B259-0F03C216BD70}"/>
              </a:ext>
            </a:extLst>
          </p:cNvPr>
          <p:cNvSpPr txBox="1"/>
          <p:nvPr/>
        </p:nvSpPr>
        <p:spPr>
          <a:xfrm>
            <a:off x="1086677" y="2047461"/>
            <a:ext cx="6586332" cy="861774"/>
          </a:xfrm>
          <a:prstGeom prst="rect">
            <a:avLst/>
          </a:prstGeom>
          <a:noFill/>
        </p:spPr>
        <p:txBody>
          <a:bodyPr wrap="square" rtlCol="0">
            <a:spAutoFit/>
          </a:bodyPr>
          <a:lstStyle/>
          <a:p>
            <a:r>
              <a:rPr lang="en-US" sz="5000" b="1" u="sng" dirty="0">
                <a:solidFill>
                  <a:schemeClr val="accent2">
                    <a:lumMod val="75000"/>
                  </a:schemeClr>
                </a:solidFill>
                <a:latin typeface="Calibri" panose="020F0502020204030204" pitchFamily="34" charset="0"/>
                <a:cs typeface="Calibri" panose="020F0502020204030204" pitchFamily="34" charset="0"/>
              </a:rPr>
              <a:t>INDEPENDENT THINKER</a:t>
            </a:r>
            <a:endParaRPr lang="en-IN" sz="5000" b="1" u="sng" dirty="0">
              <a:solidFill>
                <a:schemeClr val="accent2">
                  <a:lumMod val="75000"/>
                </a:schemeClr>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87E7066-F5F4-1646-B729-44D04934A052}"/>
              </a:ext>
            </a:extLst>
          </p:cNvPr>
          <p:cNvSpPr txBox="1"/>
          <p:nvPr/>
        </p:nvSpPr>
        <p:spPr>
          <a:xfrm>
            <a:off x="1086677" y="3386696"/>
            <a:ext cx="6586332" cy="861774"/>
          </a:xfrm>
          <a:prstGeom prst="rect">
            <a:avLst/>
          </a:prstGeom>
          <a:noFill/>
        </p:spPr>
        <p:txBody>
          <a:bodyPr wrap="square" rtlCol="0">
            <a:spAutoFit/>
          </a:bodyPr>
          <a:lstStyle/>
          <a:p>
            <a:r>
              <a:rPr lang="en-US" sz="5000" b="1" u="sng" dirty="0">
                <a:solidFill>
                  <a:schemeClr val="accent2">
                    <a:lumMod val="75000"/>
                  </a:schemeClr>
                </a:solidFill>
                <a:latin typeface="Calibri" panose="020F0502020204030204" pitchFamily="34" charset="0"/>
                <a:cs typeface="Calibri" panose="020F0502020204030204" pitchFamily="34" charset="0"/>
              </a:rPr>
              <a:t>EASILY INFLUENCED</a:t>
            </a:r>
            <a:endParaRPr lang="en-IN" sz="5000" b="1" u="sng" dirty="0">
              <a:solidFill>
                <a:schemeClr val="accent2">
                  <a:lumMod val="75000"/>
                </a:schemeClr>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48A02632-3414-DFF4-8D0F-92CF1D09B7E9}"/>
              </a:ext>
            </a:extLst>
          </p:cNvPr>
          <p:cNvSpPr txBox="1"/>
          <p:nvPr/>
        </p:nvSpPr>
        <p:spPr>
          <a:xfrm>
            <a:off x="1046921" y="2832495"/>
            <a:ext cx="2822713" cy="630942"/>
          </a:xfrm>
          <a:prstGeom prst="rect">
            <a:avLst/>
          </a:prstGeom>
          <a:noFill/>
        </p:spPr>
        <p:txBody>
          <a:bodyPr wrap="square" rtlCol="0">
            <a:spAutoFit/>
          </a:bodyPr>
          <a:lstStyle/>
          <a:p>
            <a:r>
              <a:rPr lang="en-US" sz="3500" b="1" dirty="0">
                <a:solidFill>
                  <a:schemeClr val="accent6"/>
                </a:solidFill>
                <a:latin typeface="Calibri" panose="020F0502020204030204" pitchFamily="34" charset="0"/>
                <a:cs typeface="Calibri" panose="020F0502020204030204" pitchFamily="34" charset="0"/>
              </a:rPr>
              <a:t>OR</a:t>
            </a:r>
            <a:endParaRPr lang="en-IN" sz="3500" b="1" dirty="0">
              <a:solidFill>
                <a:schemeClr val="accent6"/>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60217A7-26B9-BCC0-EBE9-C6F075980EB0}"/>
              </a:ext>
            </a:extLst>
          </p:cNvPr>
          <p:cNvSpPr txBox="1"/>
          <p:nvPr/>
        </p:nvSpPr>
        <p:spPr>
          <a:xfrm>
            <a:off x="1046921" y="6488668"/>
            <a:ext cx="4823793" cy="369332"/>
          </a:xfrm>
          <a:prstGeom prst="rect">
            <a:avLst/>
          </a:prstGeom>
          <a:noFill/>
        </p:spPr>
        <p:txBody>
          <a:bodyPr wrap="square" rtlCol="0">
            <a:spAutoFit/>
          </a:bodyPr>
          <a:lstStyle/>
          <a:p>
            <a:r>
              <a:rPr lang="en-US" b="1" dirty="0">
                <a:solidFill>
                  <a:schemeClr val="accent1">
                    <a:lumMod val="75000"/>
                  </a:schemeClr>
                </a:solidFill>
                <a:latin typeface="Calibri" panose="020F0502020204030204" pitchFamily="34" charset="0"/>
                <a:cs typeface="Calibri" panose="020F0502020204030204" pitchFamily="34" charset="0"/>
              </a:rPr>
              <a:t>Presented By : Samir Parulekar. </a:t>
            </a:r>
            <a:r>
              <a:rPr lang="en-US" b="1" dirty="0">
                <a:solidFill>
                  <a:srgbClr val="00B0F0"/>
                </a:solidFill>
                <a:latin typeface="Calibri" panose="020F0502020204030204" pitchFamily="34" charset="0"/>
                <a:cs typeface="Calibri" panose="020F0502020204030204" pitchFamily="34" charset="0"/>
              </a:rPr>
              <a:t>AIPA-32</a:t>
            </a:r>
            <a:endParaRPr lang="en-IN" b="1" dirty="0">
              <a:solidFill>
                <a:srgbClr val="00B0F0"/>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424D3F31-81BA-12AF-8CDD-FD76F010BBD1}"/>
              </a:ext>
            </a:extLst>
          </p:cNvPr>
          <p:cNvSpPr txBox="1"/>
          <p:nvPr/>
        </p:nvSpPr>
        <p:spPr>
          <a:xfrm>
            <a:off x="1046921" y="4248470"/>
            <a:ext cx="7620000" cy="400110"/>
          </a:xfrm>
          <a:prstGeom prst="rect">
            <a:avLst/>
          </a:prstGeom>
          <a:noFill/>
        </p:spPr>
        <p:txBody>
          <a:bodyPr wrap="square" rtlCol="0">
            <a:spAutoFit/>
          </a:bodyPr>
          <a:lstStyle/>
          <a:p>
            <a:r>
              <a:rPr lang="en-US" sz="2000" i="1" dirty="0">
                <a:solidFill>
                  <a:srgbClr val="7030A0"/>
                </a:solidFill>
                <a:latin typeface="Calibri" pitchFamily="34" charset="0"/>
                <a:ea typeface="Calibri" pitchFamily="34" charset="-122"/>
                <a:cs typeface="Calibri" pitchFamily="34" charset="-120"/>
              </a:rPr>
              <a:t>Do we think on our own, or follow others?</a:t>
            </a:r>
            <a:endParaRPr lang="en-US" sz="2000" i="1" dirty="0">
              <a:solidFill>
                <a:srgbClr val="7030A0"/>
              </a:solidFill>
            </a:endParaRPr>
          </a:p>
        </p:txBody>
      </p:sp>
      <p:sp>
        <p:nvSpPr>
          <p:cNvPr id="22" name="Freeform: Shape 21">
            <a:extLst>
              <a:ext uri="{FF2B5EF4-FFF2-40B4-BE49-F238E27FC236}">
                <a16:creationId xmlns:a16="http://schemas.microsoft.com/office/drawing/2014/main" id="{6B0ECBFF-6B01-D9BE-E505-0FFE6E7D3FB8}"/>
              </a:ext>
            </a:extLst>
          </p:cNvPr>
          <p:cNvSpPr/>
          <p:nvPr/>
        </p:nvSpPr>
        <p:spPr>
          <a:xfrm>
            <a:off x="0" y="15272"/>
            <a:ext cx="838200"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31F3E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3" name="Freeform: Shape 22">
            <a:extLst>
              <a:ext uri="{FF2B5EF4-FFF2-40B4-BE49-F238E27FC236}">
                <a16:creationId xmlns:a16="http://schemas.microsoft.com/office/drawing/2014/main" id="{92D6E9D4-9BE9-C8A1-12A0-8751B0919541}"/>
              </a:ext>
            </a:extLst>
          </p:cNvPr>
          <p:cNvSpPr/>
          <p:nvPr/>
        </p:nvSpPr>
        <p:spPr>
          <a:xfrm>
            <a:off x="0" y="1148809"/>
            <a:ext cx="838200"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ln>
                <a:solidFill>
                  <a:schemeClr val="tx1"/>
                </a:solidFill>
              </a:ln>
            </a:endParaRPr>
          </a:p>
        </p:txBody>
      </p:sp>
      <p:sp>
        <p:nvSpPr>
          <p:cNvPr id="24" name="Freeform: Shape 23">
            <a:extLst>
              <a:ext uri="{FF2B5EF4-FFF2-40B4-BE49-F238E27FC236}">
                <a16:creationId xmlns:a16="http://schemas.microsoft.com/office/drawing/2014/main" id="{ABFC6A35-F213-B4F5-DA09-4354295C3D75}"/>
              </a:ext>
            </a:extLst>
          </p:cNvPr>
          <p:cNvSpPr/>
          <p:nvPr/>
        </p:nvSpPr>
        <p:spPr>
          <a:xfrm>
            <a:off x="0" y="2284297"/>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5" name="Freeform: Shape 24">
            <a:extLst>
              <a:ext uri="{FF2B5EF4-FFF2-40B4-BE49-F238E27FC236}">
                <a16:creationId xmlns:a16="http://schemas.microsoft.com/office/drawing/2014/main" id="{3526A39D-1A52-837A-6298-C95135D1F765}"/>
              </a:ext>
            </a:extLst>
          </p:cNvPr>
          <p:cNvSpPr/>
          <p:nvPr/>
        </p:nvSpPr>
        <p:spPr>
          <a:xfrm>
            <a:off x="-9525" y="3424997"/>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17EDB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6" name="Freeform: Shape 25">
            <a:extLst>
              <a:ext uri="{FF2B5EF4-FFF2-40B4-BE49-F238E27FC236}">
                <a16:creationId xmlns:a16="http://schemas.microsoft.com/office/drawing/2014/main" id="{721DCF18-09FD-31E1-C2E5-66767D09AF48}"/>
              </a:ext>
            </a:extLst>
          </p:cNvPr>
          <p:cNvSpPr/>
          <p:nvPr/>
        </p:nvSpPr>
        <p:spPr>
          <a:xfrm>
            <a:off x="-11734" y="4583569"/>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7" name="Freeform: Shape 26">
            <a:extLst>
              <a:ext uri="{FF2B5EF4-FFF2-40B4-BE49-F238E27FC236}">
                <a16:creationId xmlns:a16="http://schemas.microsoft.com/office/drawing/2014/main" id="{4AF04BDC-2F38-1881-888F-E614D0AA46D0}"/>
              </a:ext>
            </a:extLst>
          </p:cNvPr>
          <p:cNvSpPr/>
          <p:nvPr/>
        </p:nvSpPr>
        <p:spPr>
          <a:xfrm>
            <a:off x="-9525" y="5740789"/>
            <a:ext cx="838200" cy="106958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grpSp>
        <p:nvGrpSpPr>
          <p:cNvPr id="19" name="Group 18">
            <a:extLst>
              <a:ext uri="{FF2B5EF4-FFF2-40B4-BE49-F238E27FC236}">
                <a16:creationId xmlns:a16="http://schemas.microsoft.com/office/drawing/2014/main" id="{E061181A-8CB9-E7F0-0155-0E42A51269FC}"/>
              </a:ext>
            </a:extLst>
          </p:cNvPr>
          <p:cNvGrpSpPr/>
          <p:nvPr/>
        </p:nvGrpSpPr>
        <p:grpSpPr>
          <a:xfrm>
            <a:off x="-8265282" y="2531151"/>
            <a:ext cx="4608016" cy="4234858"/>
            <a:chOff x="1040309" y="1432517"/>
            <a:chExt cx="4608016" cy="4234858"/>
          </a:xfrm>
        </p:grpSpPr>
        <p:sp>
          <p:nvSpPr>
            <p:cNvPr id="20" name="Shape 3">
              <a:extLst>
                <a:ext uri="{FF2B5EF4-FFF2-40B4-BE49-F238E27FC236}">
                  <a16:creationId xmlns:a16="http://schemas.microsoft.com/office/drawing/2014/main" id="{307C1E1A-CE8F-19C5-99A8-7C98A3353CC3}"/>
                </a:ext>
              </a:extLst>
            </p:cNvPr>
            <p:cNvSpPr/>
            <p:nvPr/>
          </p:nvSpPr>
          <p:spPr>
            <a:xfrm>
              <a:off x="1040309" y="1505669"/>
              <a:ext cx="4608016" cy="4161706"/>
            </a:xfrm>
            <a:prstGeom prst="rect">
              <a:avLst/>
            </a:prstGeom>
            <a:solidFill>
              <a:srgbClr val="FFFFFF"/>
            </a:solidFill>
            <a:ln w="12700">
              <a:solidFill>
                <a:srgbClr val="E0E0E0"/>
              </a:solidFill>
              <a:prstDash val="solid"/>
            </a:ln>
            <a:effectLst>
              <a:outerShdw blurRad="101600" dist="38100" dir="8100000" algn="bl" rotWithShape="0">
                <a:srgbClr val="000000">
                  <a:alpha val="10000"/>
                </a:srgbClr>
              </a:outerShdw>
            </a:effectLst>
          </p:spPr>
        </p:sp>
        <p:sp>
          <p:nvSpPr>
            <p:cNvPr id="21" name="Shape 4">
              <a:extLst>
                <a:ext uri="{FF2B5EF4-FFF2-40B4-BE49-F238E27FC236}">
                  <a16:creationId xmlns:a16="http://schemas.microsoft.com/office/drawing/2014/main" id="{B7020366-D7A8-A31D-F425-401F1D41F0BD}"/>
                </a:ext>
              </a:extLst>
            </p:cNvPr>
            <p:cNvSpPr/>
            <p:nvPr/>
          </p:nvSpPr>
          <p:spPr>
            <a:xfrm>
              <a:off x="1040309" y="1432517"/>
              <a:ext cx="4608016" cy="92483"/>
            </a:xfrm>
            <a:prstGeom prst="rect">
              <a:avLst/>
            </a:prstGeom>
            <a:solidFill>
              <a:schemeClr val="accent2"/>
            </a:solidFill>
            <a:ln w="12700">
              <a:solidFill>
                <a:srgbClr val="E94560"/>
              </a:solidFill>
              <a:prstDash val="solid"/>
            </a:ln>
          </p:spPr>
        </p:sp>
      </p:grpSp>
      <p:grpSp>
        <p:nvGrpSpPr>
          <p:cNvPr id="28" name="Group 27">
            <a:extLst>
              <a:ext uri="{FF2B5EF4-FFF2-40B4-BE49-F238E27FC236}">
                <a16:creationId xmlns:a16="http://schemas.microsoft.com/office/drawing/2014/main" id="{640A0856-33D5-11A3-61AE-AE4F180F9E17}"/>
              </a:ext>
            </a:extLst>
          </p:cNvPr>
          <p:cNvGrpSpPr/>
          <p:nvPr/>
        </p:nvGrpSpPr>
        <p:grpSpPr>
          <a:xfrm>
            <a:off x="7249073" y="10930308"/>
            <a:ext cx="4608016" cy="4234858"/>
            <a:chOff x="5983784" y="1432517"/>
            <a:chExt cx="4608016" cy="4234858"/>
          </a:xfrm>
        </p:grpSpPr>
        <p:sp>
          <p:nvSpPr>
            <p:cNvPr id="29" name="Shape 3">
              <a:extLst>
                <a:ext uri="{FF2B5EF4-FFF2-40B4-BE49-F238E27FC236}">
                  <a16:creationId xmlns:a16="http://schemas.microsoft.com/office/drawing/2014/main" id="{C0D05D8F-1413-6E9B-BD32-336358878EBF}"/>
                </a:ext>
              </a:extLst>
            </p:cNvPr>
            <p:cNvSpPr/>
            <p:nvPr/>
          </p:nvSpPr>
          <p:spPr>
            <a:xfrm>
              <a:off x="5983784" y="1505669"/>
              <a:ext cx="4608016" cy="4161706"/>
            </a:xfrm>
            <a:prstGeom prst="rect">
              <a:avLst/>
            </a:prstGeom>
            <a:solidFill>
              <a:srgbClr val="FFFFFF"/>
            </a:solidFill>
            <a:ln w="12700">
              <a:solidFill>
                <a:srgbClr val="E0E0E0"/>
              </a:solidFill>
              <a:prstDash val="solid"/>
            </a:ln>
            <a:effectLst>
              <a:outerShdw blurRad="101600" dist="38100" dir="8100000" algn="bl" rotWithShape="0">
                <a:srgbClr val="000000">
                  <a:alpha val="10000"/>
                </a:srgbClr>
              </a:outerShdw>
            </a:effectLst>
          </p:spPr>
        </p:sp>
        <p:sp>
          <p:nvSpPr>
            <p:cNvPr id="30" name="Shape 4">
              <a:extLst>
                <a:ext uri="{FF2B5EF4-FFF2-40B4-BE49-F238E27FC236}">
                  <a16:creationId xmlns:a16="http://schemas.microsoft.com/office/drawing/2014/main" id="{6C064E66-22F3-8CF7-D5DC-8424AAF3BF81}"/>
                </a:ext>
              </a:extLst>
            </p:cNvPr>
            <p:cNvSpPr/>
            <p:nvPr/>
          </p:nvSpPr>
          <p:spPr>
            <a:xfrm>
              <a:off x="5983784" y="1432517"/>
              <a:ext cx="4608016" cy="92483"/>
            </a:xfrm>
            <a:prstGeom prst="rect">
              <a:avLst/>
            </a:prstGeom>
            <a:solidFill>
              <a:schemeClr val="accent3"/>
            </a:solidFill>
            <a:ln w="12700">
              <a:solidFill>
                <a:srgbClr val="E94560"/>
              </a:solidFill>
              <a:prstDash val="solid"/>
            </a:ln>
          </p:spPr>
        </p:sp>
      </p:grpSp>
      <p:sp>
        <p:nvSpPr>
          <p:cNvPr id="31" name="TextBox 30">
            <a:extLst>
              <a:ext uri="{FF2B5EF4-FFF2-40B4-BE49-F238E27FC236}">
                <a16:creationId xmlns:a16="http://schemas.microsoft.com/office/drawing/2014/main" id="{721F0C2C-C0B4-9F72-1DE1-41807FFFC94B}"/>
              </a:ext>
            </a:extLst>
          </p:cNvPr>
          <p:cNvSpPr txBox="1"/>
          <p:nvPr/>
        </p:nvSpPr>
        <p:spPr>
          <a:xfrm>
            <a:off x="-1837898" y="-2151069"/>
            <a:ext cx="4335932" cy="754053"/>
          </a:xfrm>
          <a:prstGeom prst="rect">
            <a:avLst/>
          </a:prstGeom>
          <a:noFill/>
        </p:spPr>
        <p:txBody>
          <a:bodyPr wrap="square" rtlCol="0">
            <a:spAutoFit/>
          </a:bodyPr>
          <a:lstStyle/>
          <a:p>
            <a:r>
              <a:rPr lang="en-US" sz="2500" b="1" dirty="0">
                <a:solidFill>
                  <a:srgbClr val="7030A0"/>
                </a:solidFill>
                <a:latin typeface="Calibri" pitchFamily="34" charset="0"/>
                <a:ea typeface="Calibri" pitchFamily="34" charset="-122"/>
                <a:cs typeface="Calibri" pitchFamily="34" charset="-120"/>
              </a:rPr>
              <a:t>What Does It Mean?</a:t>
            </a:r>
            <a:endParaRPr lang="en-US" sz="2500" dirty="0">
              <a:solidFill>
                <a:srgbClr val="7030A0"/>
              </a:solidFill>
            </a:endParaRPr>
          </a:p>
          <a:p>
            <a:endParaRPr lang="en-IN" dirty="0"/>
          </a:p>
        </p:txBody>
      </p:sp>
      <p:sp>
        <p:nvSpPr>
          <p:cNvPr id="32" name="TextBox 31">
            <a:extLst>
              <a:ext uri="{FF2B5EF4-FFF2-40B4-BE49-F238E27FC236}">
                <a16:creationId xmlns:a16="http://schemas.microsoft.com/office/drawing/2014/main" id="{3A4A5E52-67A0-26D8-FA27-848202568B2B}"/>
              </a:ext>
            </a:extLst>
          </p:cNvPr>
          <p:cNvSpPr txBox="1"/>
          <p:nvPr/>
        </p:nvSpPr>
        <p:spPr>
          <a:xfrm>
            <a:off x="13841909" y="8938522"/>
            <a:ext cx="4335932" cy="754053"/>
          </a:xfrm>
          <a:prstGeom prst="rect">
            <a:avLst/>
          </a:prstGeom>
          <a:noFill/>
        </p:spPr>
        <p:txBody>
          <a:bodyPr wrap="square" rtlCol="0">
            <a:spAutoFit/>
          </a:bodyPr>
          <a:lstStyle/>
          <a:p>
            <a:r>
              <a:rPr lang="en-US" sz="2500" b="1" dirty="0">
                <a:solidFill>
                  <a:srgbClr val="7030A0"/>
                </a:solidFill>
                <a:latin typeface="Calibri" pitchFamily="34" charset="0"/>
                <a:cs typeface="Calibri" pitchFamily="34" charset="-120"/>
              </a:rPr>
              <a:t>Why is it Relevant Today?</a:t>
            </a:r>
            <a:endParaRPr lang="en-US" sz="2500" dirty="0">
              <a:solidFill>
                <a:srgbClr val="7030A0"/>
              </a:solidFill>
            </a:endParaRPr>
          </a:p>
          <a:p>
            <a:endParaRPr lang="en-IN" dirty="0"/>
          </a:p>
        </p:txBody>
      </p:sp>
      <p:sp>
        <p:nvSpPr>
          <p:cNvPr id="33" name="Text 6">
            <a:extLst>
              <a:ext uri="{FF2B5EF4-FFF2-40B4-BE49-F238E27FC236}">
                <a16:creationId xmlns:a16="http://schemas.microsoft.com/office/drawing/2014/main" id="{3877C44F-CC27-DF0E-8E7A-75AD9304DD51}"/>
              </a:ext>
            </a:extLst>
          </p:cNvPr>
          <p:cNvSpPr/>
          <p:nvPr/>
        </p:nvSpPr>
        <p:spPr>
          <a:xfrm>
            <a:off x="-1996659" y="-5611248"/>
            <a:ext cx="4271466" cy="3102939"/>
          </a:xfrm>
          <a:prstGeom prst="rect">
            <a:avLst/>
          </a:prstGeom>
          <a:noFill/>
          <a:ln/>
        </p:spPr>
        <p:txBody>
          <a:bodyPr wrap="square" lIns="0" tIns="0" rIns="0" bIns="0" rtlCol="0" anchor="t"/>
          <a:lstStyle/>
          <a:p>
            <a:pPr marL="0" indent="0">
              <a:buNone/>
            </a:pPr>
            <a:r>
              <a:rPr lang="en-US" sz="2000" b="1" dirty="0">
                <a:solidFill>
                  <a:schemeClr val="accent2">
                    <a:lumMod val="75000"/>
                  </a:schemeClr>
                </a:solidFill>
                <a:latin typeface="Calibri" panose="020F0502020204030204" pitchFamily="34" charset="0"/>
                <a:ea typeface="Calibri" pitchFamily="34" charset="-122"/>
                <a:cs typeface="Calibri" panose="020F0502020204030204" pitchFamily="34" charset="0"/>
              </a:rPr>
              <a:t>Independent Thinking:</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Forming your own opinions using facts, logic &amp; reasoning.</a:t>
            </a: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 </a:t>
            </a:r>
            <a:endParaRPr lang="en-US" sz="2000" dirty="0">
              <a:latin typeface="Calibri" panose="020F0502020204030204" pitchFamily="34" charset="0"/>
              <a:cs typeface="Calibri" panose="020F0502020204030204" pitchFamily="34" charset="0"/>
            </a:endParaRPr>
          </a:p>
          <a:p>
            <a:pPr marL="0" indent="0">
              <a:buNone/>
            </a:pPr>
            <a:r>
              <a:rPr lang="en-US" sz="2000" b="1" dirty="0">
                <a:solidFill>
                  <a:schemeClr val="accent2">
                    <a:lumMod val="75000"/>
                  </a:schemeClr>
                </a:solidFill>
                <a:latin typeface="Calibri" panose="020F0502020204030204" pitchFamily="34" charset="0"/>
                <a:ea typeface="Calibri" pitchFamily="34" charset="-122"/>
                <a:cs typeface="Calibri" panose="020F0502020204030204" pitchFamily="34" charset="0"/>
              </a:rPr>
              <a:t>Being Influenced:</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Changing beliefs/behaviour due to external pressure — peers, media, trends</a:t>
            </a:r>
            <a:endParaRPr lang="en-US" sz="2000" dirty="0">
              <a:latin typeface="Calibri" panose="020F0502020204030204" pitchFamily="34" charset="0"/>
              <a:cs typeface="Calibri" panose="020F0502020204030204" pitchFamily="34" charset="0"/>
            </a:endParaRPr>
          </a:p>
        </p:txBody>
      </p:sp>
      <p:sp>
        <p:nvSpPr>
          <p:cNvPr id="34" name="Text 10">
            <a:extLst>
              <a:ext uri="{FF2B5EF4-FFF2-40B4-BE49-F238E27FC236}">
                <a16:creationId xmlns:a16="http://schemas.microsoft.com/office/drawing/2014/main" id="{8FA2D1AC-376E-8A52-7A23-75238D4B3874}"/>
              </a:ext>
            </a:extLst>
          </p:cNvPr>
          <p:cNvSpPr/>
          <p:nvPr/>
        </p:nvSpPr>
        <p:spPr>
          <a:xfrm>
            <a:off x="18224323" y="9692575"/>
            <a:ext cx="4219575" cy="3201075"/>
          </a:xfrm>
          <a:prstGeom prst="rect">
            <a:avLst/>
          </a:prstGeom>
          <a:noFill/>
          <a:ln/>
        </p:spPr>
        <p:txBody>
          <a:bodyPr wrap="square" lIns="0" tIns="0" rIns="0" bIns="0" rtlCol="0" anchor="t"/>
          <a:lstStyle/>
          <a:p>
            <a:pPr marL="0" indent="0">
              <a:buNone/>
            </a:pPr>
            <a:r>
              <a:rPr lang="en-US" sz="2000" b="1" dirty="0">
                <a:solidFill>
                  <a:schemeClr val="accent2">
                    <a:lumMod val="75000"/>
                  </a:schemeClr>
                </a:solidFill>
                <a:latin typeface="Calibri" panose="020F0502020204030204" pitchFamily="34" charset="0"/>
                <a:ea typeface="Calibri" pitchFamily="34" charset="-122"/>
                <a:cs typeface="Calibri" panose="020F0502020204030204" pitchFamily="34" charset="0"/>
              </a:rPr>
              <a:t>We live in the age of:</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 Social media algorithms</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 Viral trends &amp; peer pressure</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 24/7 information overload</a:t>
            </a: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 </a:t>
            </a:r>
            <a:endParaRPr lang="en-US" sz="2000" dirty="0">
              <a:latin typeface="Calibri" panose="020F0502020204030204" pitchFamily="34" charset="0"/>
              <a:cs typeface="Calibri" panose="020F0502020204030204" pitchFamily="34" charset="0"/>
            </a:endParaRPr>
          </a:p>
          <a:p>
            <a:pPr marL="0" indent="0">
              <a:buNone/>
            </a:pPr>
            <a:r>
              <a:rPr lang="en-US" sz="2000" i="1" dirty="0">
                <a:solidFill>
                  <a:srgbClr val="E94560"/>
                </a:solidFill>
                <a:latin typeface="Calibri" panose="020F0502020204030204" pitchFamily="34" charset="0"/>
                <a:ea typeface="Calibri" pitchFamily="34" charset="-122"/>
                <a:cs typeface="Calibri" panose="020F0502020204030204" pitchFamily="34" charset="0"/>
              </a:rPr>
              <a:t>Every day we make choices — but are they truly OUR choices?</a:t>
            </a:r>
            <a:endParaRPr lang="en-US" sz="2000" dirty="0">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6A6C6275-0CBC-EDBB-D3C6-6ECE91501236}"/>
              </a:ext>
            </a:extLst>
          </p:cNvPr>
          <p:cNvSpPr txBox="1"/>
          <p:nvPr/>
        </p:nvSpPr>
        <p:spPr>
          <a:xfrm>
            <a:off x="14627951" y="-287081"/>
            <a:ext cx="4673600" cy="861774"/>
          </a:xfrm>
          <a:prstGeom prst="rect">
            <a:avLst/>
          </a:prstGeom>
          <a:noFill/>
        </p:spPr>
        <p:txBody>
          <a:bodyPr wrap="square" rtlCol="0">
            <a:spAutoFit/>
          </a:bodyPr>
          <a:lstStyle/>
          <a:p>
            <a:r>
              <a:rPr lang="en-US" sz="5000" b="1" u="sng" dirty="0">
                <a:solidFill>
                  <a:schemeClr val="accent2">
                    <a:lumMod val="50000"/>
                  </a:schemeClr>
                </a:solidFill>
                <a:latin typeface="Calibri" panose="020F0502020204030204" pitchFamily="34" charset="0"/>
                <a:cs typeface="Calibri" panose="020F0502020204030204" pitchFamily="34" charset="0"/>
              </a:rPr>
              <a:t>INTRODUCTION</a:t>
            </a:r>
            <a:endParaRPr lang="en-IN" sz="5000" b="1" u="sng" dirty="0">
              <a:solidFill>
                <a:schemeClr val="accent2">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5810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72EAE29-984D-3C21-CA57-4DF7DF2C0673}"/>
              </a:ext>
            </a:extLst>
          </p:cNvPr>
          <p:cNvSpPr/>
          <p:nvPr/>
        </p:nvSpPr>
        <p:spPr>
          <a:xfrm>
            <a:off x="0" y="0"/>
            <a:ext cx="838200" cy="6858000"/>
          </a:xfrm>
          <a:prstGeom prst="rect">
            <a:avLst/>
          </a:prstGeom>
          <a:solidFill>
            <a:schemeClr val="accent2">
              <a:alpha val="8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Freeform: Shape 4">
            <a:extLst>
              <a:ext uri="{FF2B5EF4-FFF2-40B4-BE49-F238E27FC236}">
                <a16:creationId xmlns:a16="http://schemas.microsoft.com/office/drawing/2014/main" id="{B2495A68-89D8-BD9A-7B07-95C637981865}"/>
              </a:ext>
            </a:extLst>
          </p:cNvPr>
          <p:cNvSpPr/>
          <p:nvPr/>
        </p:nvSpPr>
        <p:spPr>
          <a:xfrm>
            <a:off x="0" y="15272"/>
            <a:ext cx="11963400"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31F3E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4000" b="1" dirty="0">
              <a:ln>
                <a:solidFill>
                  <a:schemeClr val="tx1"/>
                </a:solidFill>
              </a:ln>
              <a:solidFill>
                <a:schemeClr val="tx1"/>
              </a:solidFill>
              <a:latin typeface="Calibri" panose="020F0502020204030204" pitchFamily="34" charset="0"/>
              <a:cs typeface="Calibri" panose="020F0502020204030204" pitchFamily="34" charset="0"/>
            </a:endParaRPr>
          </a:p>
        </p:txBody>
      </p:sp>
      <p:sp>
        <p:nvSpPr>
          <p:cNvPr id="6" name="Freeform: Shape 5">
            <a:extLst>
              <a:ext uri="{FF2B5EF4-FFF2-40B4-BE49-F238E27FC236}">
                <a16:creationId xmlns:a16="http://schemas.microsoft.com/office/drawing/2014/main" id="{B33253D2-946A-1BC6-D9E5-EAD30B2843C4}"/>
              </a:ext>
            </a:extLst>
          </p:cNvPr>
          <p:cNvSpPr/>
          <p:nvPr/>
        </p:nvSpPr>
        <p:spPr>
          <a:xfrm>
            <a:off x="0" y="1158334"/>
            <a:ext cx="838200"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ln>
                <a:solidFill>
                  <a:schemeClr val="tx1"/>
                </a:solidFill>
              </a:ln>
            </a:endParaRPr>
          </a:p>
        </p:txBody>
      </p:sp>
      <p:sp>
        <p:nvSpPr>
          <p:cNvPr id="7" name="Freeform: Shape 6">
            <a:extLst>
              <a:ext uri="{FF2B5EF4-FFF2-40B4-BE49-F238E27FC236}">
                <a16:creationId xmlns:a16="http://schemas.microsoft.com/office/drawing/2014/main" id="{33CF687D-BA7E-9D26-99A3-1F4213D65743}"/>
              </a:ext>
            </a:extLst>
          </p:cNvPr>
          <p:cNvSpPr/>
          <p:nvPr/>
        </p:nvSpPr>
        <p:spPr>
          <a:xfrm>
            <a:off x="0" y="2293822"/>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8" name="Freeform: Shape 7">
            <a:extLst>
              <a:ext uri="{FF2B5EF4-FFF2-40B4-BE49-F238E27FC236}">
                <a16:creationId xmlns:a16="http://schemas.microsoft.com/office/drawing/2014/main" id="{FC11A6CD-B15C-D51A-8B74-5B872831BBAB}"/>
              </a:ext>
            </a:extLst>
          </p:cNvPr>
          <p:cNvSpPr/>
          <p:nvPr/>
        </p:nvSpPr>
        <p:spPr>
          <a:xfrm>
            <a:off x="0" y="3472622"/>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17EDB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9" name="Freeform: Shape 8">
            <a:extLst>
              <a:ext uri="{FF2B5EF4-FFF2-40B4-BE49-F238E27FC236}">
                <a16:creationId xmlns:a16="http://schemas.microsoft.com/office/drawing/2014/main" id="{9F24FC0A-2992-A4BE-87CF-8604B66FEAA9}"/>
              </a:ext>
            </a:extLst>
          </p:cNvPr>
          <p:cNvSpPr/>
          <p:nvPr/>
        </p:nvSpPr>
        <p:spPr>
          <a:xfrm>
            <a:off x="-2209" y="4631194"/>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10" name="Freeform: Shape 9">
            <a:extLst>
              <a:ext uri="{FF2B5EF4-FFF2-40B4-BE49-F238E27FC236}">
                <a16:creationId xmlns:a16="http://schemas.microsoft.com/office/drawing/2014/main" id="{30D92476-C7B9-9304-90BA-6804C67693F3}"/>
              </a:ext>
            </a:extLst>
          </p:cNvPr>
          <p:cNvSpPr/>
          <p:nvPr/>
        </p:nvSpPr>
        <p:spPr>
          <a:xfrm>
            <a:off x="0" y="5788414"/>
            <a:ext cx="838200" cy="106958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11" name="TextBox 10">
            <a:extLst>
              <a:ext uri="{FF2B5EF4-FFF2-40B4-BE49-F238E27FC236}">
                <a16:creationId xmlns:a16="http://schemas.microsoft.com/office/drawing/2014/main" id="{CAE768B2-1525-DE14-E48F-CCA06C2FEE04}"/>
              </a:ext>
            </a:extLst>
          </p:cNvPr>
          <p:cNvSpPr txBox="1"/>
          <p:nvPr/>
        </p:nvSpPr>
        <p:spPr>
          <a:xfrm>
            <a:off x="835991" y="143806"/>
            <a:ext cx="4673600" cy="861774"/>
          </a:xfrm>
          <a:prstGeom prst="rect">
            <a:avLst/>
          </a:prstGeom>
          <a:noFill/>
        </p:spPr>
        <p:txBody>
          <a:bodyPr wrap="square" rtlCol="0">
            <a:spAutoFit/>
          </a:bodyPr>
          <a:lstStyle/>
          <a:p>
            <a:r>
              <a:rPr lang="en-US" sz="5000" b="1" u="sng" dirty="0">
                <a:solidFill>
                  <a:schemeClr val="accent2">
                    <a:lumMod val="50000"/>
                  </a:schemeClr>
                </a:solidFill>
                <a:latin typeface="Calibri" panose="020F0502020204030204" pitchFamily="34" charset="0"/>
                <a:cs typeface="Calibri" panose="020F0502020204030204" pitchFamily="34" charset="0"/>
              </a:rPr>
              <a:t>INTRODUCTION</a:t>
            </a:r>
            <a:endParaRPr lang="en-IN" sz="5000" b="1" u="sng" dirty="0">
              <a:solidFill>
                <a:schemeClr val="accent2">
                  <a:lumMod val="50000"/>
                </a:schemeClr>
              </a:solidFill>
              <a:latin typeface="Calibri" panose="020F0502020204030204" pitchFamily="34" charset="0"/>
              <a:cs typeface="Calibri" panose="020F0502020204030204" pitchFamily="34" charset="0"/>
            </a:endParaRPr>
          </a:p>
        </p:txBody>
      </p:sp>
      <p:grpSp>
        <p:nvGrpSpPr>
          <p:cNvPr id="22" name="Group 21">
            <a:extLst>
              <a:ext uri="{FF2B5EF4-FFF2-40B4-BE49-F238E27FC236}">
                <a16:creationId xmlns:a16="http://schemas.microsoft.com/office/drawing/2014/main" id="{04B0CC4B-8A2A-455E-74FE-300560D9BA1A}"/>
              </a:ext>
            </a:extLst>
          </p:cNvPr>
          <p:cNvGrpSpPr/>
          <p:nvPr/>
        </p:nvGrpSpPr>
        <p:grpSpPr>
          <a:xfrm>
            <a:off x="1040309" y="1432517"/>
            <a:ext cx="4608016" cy="4234858"/>
            <a:chOff x="1040309" y="1432517"/>
            <a:chExt cx="4608016" cy="4234858"/>
          </a:xfrm>
        </p:grpSpPr>
        <p:sp>
          <p:nvSpPr>
            <p:cNvPr id="19" name="Shape 3">
              <a:extLst>
                <a:ext uri="{FF2B5EF4-FFF2-40B4-BE49-F238E27FC236}">
                  <a16:creationId xmlns:a16="http://schemas.microsoft.com/office/drawing/2014/main" id="{5F75AE09-01CB-8CF1-CB60-A57BBEB6F0A4}"/>
                </a:ext>
              </a:extLst>
            </p:cNvPr>
            <p:cNvSpPr/>
            <p:nvPr/>
          </p:nvSpPr>
          <p:spPr>
            <a:xfrm>
              <a:off x="1040309" y="1505669"/>
              <a:ext cx="4608016" cy="4161706"/>
            </a:xfrm>
            <a:prstGeom prst="rect">
              <a:avLst/>
            </a:prstGeom>
            <a:solidFill>
              <a:srgbClr val="FFFFFF"/>
            </a:solidFill>
            <a:ln w="12700">
              <a:solidFill>
                <a:srgbClr val="E0E0E0"/>
              </a:solidFill>
              <a:prstDash val="solid"/>
            </a:ln>
            <a:effectLst>
              <a:outerShdw blurRad="101600" dist="38100" dir="8100000" algn="bl" rotWithShape="0">
                <a:srgbClr val="000000">
                  <a:alpha val="10000"/>
                </a:srgbClr>
              </a:outerShdw>
            </a:effectLst>
          </p:spPr>
        </p:sp>
        <p:sp>
          <p:nvSpPr>
            <p:cNvPr id="18" name="Shape 4">
              <a:extLst>
                <a:ext uri="{FF2B5EF4-FFF2-40B4-BE49-F238E27FC236}">
                  <a16:creationId xmlns:a16="http://schemas.microsoft.com/office/drawing/2014/main" id="{BBCA2BEA-E687-E1B7-91E3-7DA1EDB2405E}"/>
                </a:ext>
              </a:extLst>
            </p:cNvPr>
            <p:cNvSpPr/>
            <p:nvPr/>
          </p:nvSpPr>
          <p:spPr>
            <a:xfrm>
              <a:off x="1040309" y="1432517"/>
              <a:ext cx="4608016" cy="92483"/>
            </a:xfrm>
            <a:prstGeom prst="rect">
              <a:avLst/>
            </a:prstGeom>
            <a:solidFill>
              <a:schemeClr val="accent2"/>
            </a:solidFill>
            <a:ln w="12700">
              <a:solidFill>
                <a:srgbClr val="E94560"/>
              </a:solidFill>
              <a:prstDash val="solid"/>
            </a:ln>
          </p:spPr>
        </p:sp>
      </p:grpSp>
      <p:grpSp>
        <p:nvGrpSpPr>
          <p:cNvPr id="23" name="Group 22">
            <a:extLst>
              <a:ext uri="{FF2B5EF4-FFF2-40B4-BE49-F238E27FC236}">
                <a16:creationId xmlns:a16="http://schemas.microsoft.com/office/drawing/2014/main" id="{DB2AC062-4EC3-5448-F063-673EABC1E388}"/>
              </a:ext>
            </a:extLst>
          </p:cNvPr>
          <p:cNvGrpSpPr/>
          <p:nvPr/>
        </p:nvGrpSpPr>
        <p:grpSpPr>
          <a:xfrm>
            <a:off x="5983784" y="1432517"/>
            <a:ext cx="4608016" cy="4234858"/>
            <a:chOff x="5983784" y="1432517"/>
            <a:chExt cx="4608016" cy="4234858"/>
          </a:xfrm>
        </p:grpSpPr>
        <p:sp>
          <p:nvSpPr>
            <p:cNvPr id="21" name="Shape 3">
              <a:extLst>
                <a:ext uri="{FF2B5EF4-FFF2-40B4-BE49-F238E27FC236}">
                  <a16:creationId xmlns:a16="http://schemas.microsoft.com/office/drawing/2014/main" id="{B7518FCD-84AE-46A6-4FD0-6E24EC78AE81}"/>
                </a:ext>
              </a:extLst>
            </p:cNvPr>
            <p:cNvSpPr/>
            <p:nvPr/>
          </p:nvSpPr>
          <p:spPr>
            <a:xfrm>
              <a:off x="5983784" y="1505669"/>
              <a:ext cx="4608016" cy="4161706"/>
            </a:xfrm>
            <a:prstGeom prst="rect">
              <a:avLst/>
            </a:prstGeom>
            <a:solidFill>
              <a:srgbClr val="FFFFFF"/>
            </a:solidFill>
            <a:ln w="12700">
              <a:solidFill>
                <a:srgbClr val="E0E0E0"/>
              </a:solidFill>
              <a:prstDash val="solid"/>
            </a:ln>
            <a:effectLst>
              <a:outerShdw blurRad="101600" dist="38100" dir="8100000" algn="bl" rotWithShape="0">
                <a:srgbClr val="000000">
                  <a:alpha val="10000"/>
                </a:srgbClr>
              </a:outerShdw>
            </a:effectLst>
          </p:spPr>
        </p:sp>
        <p:sp>
          <p:nvSpPr>
            <p:cNvPr id="20" name="Shape 4">
              <a:extLst>
                <a:ext uri="{FF2B5EF4-FFF2-40B4-BE49-F238E27FC236}">
                  <a16:creationId xmlns:a16="http://schemas.microsoft.com/office/drawing/2014/main" id="{ED5D30A8-2811-85D3-82DE-03A66FD22D6C}"/>
                </a:ext>
              </a:extLst>
            </p:cNvPr>
            <p:cNvSpPr/>
            <p:nvPr/>
          </p:nvSpPr>
          <p:spPr>
            <a:xfrm>
              <a:off x="5983784" y="1432517"/>
              <a:ext cx="4608016" cy="92483"/>
            </a:xfrm>
            <a:prstGeom prst="rect">
              <a:avLst/>
            </a:prstGeom>
            <a:solidFill>
              <a:schemeClr val="accent3"/>
            </a:solidFill>
            <a:ln w="12700">
              <a:solidFill>
                <a:srgbClr val="E94560"/>
              </a:solidFill>
              <a:prstDash val="solid"/>
            </a:ln>
          </p:spPr>
        </p:sp>
      </p:grpSp>
      <p:sp>
        <p:nvSpPr>
          <p:cNvPr id="24" name="TextBox 23">
            <a:extLst>
              <a:ext uri="{FF2B5EF4-FFF2-40B4-BE49-F238E27FC236}">
                <a16:creationId xmlns:a16="http://schemas.microsoft.com/office/drawing/2014/main" id="{BA8CB6D2-ED48-3188-E26E-9A9DC6FFC988}"/>
              </a:ext>
            </a:extLst>
          </p:cNvPr>
          <p:cNvSpPr txBox="1"/>
          <p:nvPr/>
        </p:nvSpPr>
        <p:spPr>
          <a:xfrm>
            <a:off x="1106984" y="1647491"/>
            <a:ext cx="4335932" cy="754053"/>
          </a:xfrm>
          <a:prstGeom prst="rect">
            <a:avLst/>
          </a:prstGeom>
          <a:noFill/>
        </p:spPr>
        <p:txBody>
          <a:bodyPr wrap="square" rtlCol="0">
            <a:spAutoFit/>
          </a:bodyPr>
          <a:lstStyle/>
          <a:p>
            <a:r>
              <a:rPr lang="en-US" sz="2500" b="1" dirty="0">
                <a:solidFill>
                  <a:srgbClr val="7030A0"/>
                </a:solidFill>
                <a:latin typeface="Calibri" pitchFamily="34" charset="0"/>
                <a:ea typeface="Calibri" pitchFamily="34" charset="-122"/>
                <a:cs typeface="Calibri" pitchFamily="34" charset="-120"/>
              </a:rPr>
              <a:t>What Does It Mean?</a:t>
            </a:r>
            <a:endParaRPr lang="en-US" sz="2500" dirty="0">
              <a:solidFill>
                <a:srgbClr val="7030A0"/>
              </a:solidFill>
            </a:endParaRPr>
          </a:p>
          <a:p>
            <a:endParaRPr lang="en-IN" dirty="0"/>
          </a:p>
        </p:txBody>
      </p:sp>
      <p:sp>
        <p:nvSpPr>
          <p:cNvPr id="25" name="TextBox 24">
            <a:extLst>
              <a:ext uri="{FF2B5EF4-FFF2-40B4-BE49-F238E27FC236}">
                <a16:creationId xmlns:a16="http://schemas.microsoft.com/office/drawing/2014/main" id="{07823CDB-E737-4581-94F2-887E1A9E46CB}"/>
              </a:ext>
            </a:extLst>
          </p:cNvPr>
          <p:cNvSpPr txBox="1"/>
          <p:nvPr/>
        </p:nvSpPr>
        <p:spPr>
          <a:xfrm>
            <a:off x="6069509" y="1637966"/>
            <a:ext cx="4335932" cy="754053"/>
          </a:xfrm>
          <a:prstGeom prst="rect">
            <a:avLst/>
          </a:prstGeom>
          <a:noFill/>
        </p:spPr>
        <p:txBody>
          <a:bodyPr wrap="square" rtlCol="0">
            <a:spAutoFit/>
          </a:bodyPr>
          <a:lstStyle/>
          <a:p>
            <a:r>
              <a:rPr lang="en-US" sz="2500" b="1" dirty="0">
                <a:solidFill>
                  <a:srgbClr val="7030A0"/>
                </a:solidFill>
                <a:latin typeface="Calibri" pitchFamily="34" charset="0"/>
                <a:cs typeface="Calibri" pitchFamily="34" charset="-120"/>
              </a:rPr>
              <a:t>Why is it Relevant Today?</a:t>
            </a:r>
            <a:endParaRPr lang="en-US" sz="2500" dirty="0">
              <a:solidFill>
                <a:srgbClr val="7030A0"/>
              </a:solidFill>
            </a:endParaRPr>
          </a:p>
          <a:p>
            <a:endParaRPr lang="en-IN" dirty="0"/>
          </a:p>
        </p:txBody>
      </p:sp>
      <p:sp>
        <p:nvSpPr>
          <p:cNvPr id="26" name="Text 6">
            <a:extLst>
              <a:ext uri="{FF2B5EF4-FFF2-40B4-BE49-F238E27FC236}">
                <a16:creationId xmlns:a16="http://schemas.microsoft.com/office/drawing/2014/main" id="{5E27112A-DF88-607F-AB23-39D189D4014B}"/>
              </a:ext>
            </a:extLst>
          </p:cNvPr>
          <p:cNvSpPr/>
          <p:nvPr/>
        </p:nvSpPr>
        <p:spPr>
          <a:xfrm>
            <a:off x="1171450" y="2249392"/>
            <a:ext cx="4271466" cy="3102939"/>
          </a:xfrm>
          <a:prstGeom prst="rect">
            <a:avLst/>
          </a:prstGeom>
          <a:noFill/>
          <a:ln/>
        </p:spPr>
        <p:txBody>
          <a:bodyPr wrap="square" lIns="0" tIns="0" rIns="0" bIns="0" rtlCol="0" anchor="t"/>
          <a:lstStyle/>
          <a:p>
            <a:pPr marL="0" indent="0">
              <a:buNone/>
            </a:pPr>
            <a:r>
              <a:rPr lang="en-US" sz="2000" b="1" dirty="0">
                <a:solidFill>
                  <a:schemeClr val="accent2">
                    <a:lumMod val="75000"/>
                  </a:schemeClr>
                </a:solidFill>
                <a:latin typeface="Calibri" panose="020F0502020204030204" pitchFamily="34" charset="0"/>
                <a:ea typeface="Calibri" pitchFamily="34" charset="-122"/>
                <a:cs typeface="Calibri" panose="020F0502020204030204" pitchFamily="34" charset="0"/>
              </a:rPr>
              <a:t>Independent Thinking:</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Forming your own opinions using facts, logic &amp; reasoning.</a:t>
            </a: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 </a:t>
            </a:r>
            <a:endParaRPr lang="en-US" sz="2000" dirty="0">
              <a:latin typeface="Calibri" panose="020F0502020204030204" pitchFamily="34" charset="0"/>
              <a:cs typeface="Calibri" panose="020F0502020204030204" pitchFamily="34" charset="0"/>
            </a:endParaRPr>
          </a:p>
          <a:p>
            <a:pPr marL="0" indent="0">
              <a:buNone/>
            </a:pPr>
            <a:r>
              <a:rPr lang="en-US" sz="2000" b="1" dirty="0">
                <a:solidFill>
                  <a:schemeClr val="accent2">
                    <a:lumMod val="75000"/>
                  </a:schemeClr>
                </a:solidFill>
                <a:latin typeface="Calibri" panose="020F0502020204030204" pitchFamily="34" charset="0"/>
                <a:ea typeface="Calibri" pitchFamily="34" charset="-122"/>
                <a:cs typeface="Calibri" panose="020F0502020204030204" pitchFamily="34" charset="0"/>
              </a:rPr>
              <a:t>Being Influenced:</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Changing beliefs/behaviour due to external pressure — peers, media, trends.</a:t>
            </a:r>
            <a:endParaRPr lang="en-US" sz="2000" dirty="0">
              <a:latin typeface="Calibri" panose="020F0502020204030204" pitchFamily="34" charset="0"/>
              <a:cs typeface="Calibri" panose="020F0502020204030204" pitchFamily="34" charset="0"/>
            </a:endParaRPr>
          </a:p>
        </p:txBody>
      </p:sp>
      <p:sp>
        <p:nvSpPr>
          <p:cNvPr id="27" name="Text 10">
            <a:extLst>
              <a:ext uri="{FF2B5EF4-FFF2-40B4-BE49-F238E27FC236}">
                <a16:creationId xmlns:a16="http://schemas.microsoft.com/office/drawing/2014/main" id="{14C430A2-985E-5042-9717-2902C71B7202}"/>
              </a:ext>
            </a:extLst>
          </p:cNvPr>
          <p:cNvSpPr/>
          <p:nvPr/>
        </p:nvSpPr>
        <p:spPr>
          <a:xfrm>
            <a:off x="6095999" y="2224407"/>
            <a:ext cx="4219575" cy="3201075"/>
          </a:xfrm>
          <a:prstGeom prst="rect">
            <a:avLst/>
          </a:prstGeom>
          <a:noFill/>
          <a:ln/>
        </p:spPr>
        <p:txBody>
          <a:bodyPr wrap="square" lIns="0" tIns="0" rIns="0" bIns="0" rtlCol="0" anchor="t"/>
          <a:lstStyle/>
          <a:p>
            <a:pPr marL="0" indent="0">
              <a:buNone/>
            </a:pPr>
            <a:r>
              <a:rPr lang="en-US" sz="2000" b="1" dirty="0">
                <a:solidFill>
                  <a:schemeClr val="accent2">
                    <a:lumMod val="75000"/>
                  </a:schemeClr>
                </a:solidFill>
                <a:latin typeface="Calibri" panose="020F0502020204030204" pitchFamily="34" charset="0"/>
                <a:ea typeface="Calibri" pitchFamily="34" charset="-122"/>
                <a:cs typeface="Calibri" panose="020F0502020204030204" pitchFamily="34" charset="0"/>
              </a:rPr>
              <a:t>We live in the age of:</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 Social media algorithms.</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 Viral trends &amp; peer pressure.</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 24/7 information overload.</a:t>
            </a:r>
            <a:endParaRPr lang="en-US" sz="2000" dirty="0">
              <a:latin typeface="Calibri" panose="020F0502020204030204" pitchFamily="34" charset="0"/>
              <a:cs typeface="Calibri" panose="020F0502020204030204" pitchFamily="34" charset="0"/>
            </a:endParaRPr>
          </a:p>
          <a:p>
            <a:pPr marL="0" indent="0">
              <a:buNone/>
            </a:pPr>
            <a:r>
              <a:rPr lang="en-US" sz="2000" dirty="0">
                <a:solidFill>
                  <a:srgbClr val="333333"/>
                </a:solidFill>
                <a:latin typeface="Calibri" panose="020F0502020204030204" pitchFamily="34" charset="0"/>
                <a:ea typeface="Calibri" pitchFamily="34" charset="-122"/>
                <a:cs typeface="Calibri" panose="020F0502020204030204" pitchFamily="34" charset="0"/>
              </a:rPr>
              <a:t> </a:t>
            </a:r>
            <a:endParaRPr lang="en-US" sz="2000" dirty="0">
              <a:latin typeface="Calibri" panose="020F0502020204030204" pitchFamily="34" charset="0"/>
              <a:cs typeface="Calibri" panose="020F0502020204030204" pitchFamily="34" charset="0"/>
            </a:endParaRPr>
          </a:p>
          <a:p>
            <a:pPr marL="0" indent="0">
              <a:buNone/>
            </a:pPr>
            <a:r>
              <a:rPr lang="en-US" sz="2000" i="1" dirty="0">
                <a:solidFill>
                  <a:srgbClr val="E94560"/>
                </a:solidFill>
                <a:latin typeface="Calibri" panose="020F0502020204030204" pitchFamily="34" charset="0"/>
                <a:ea typeface="Calibri" pitchFamily="34" charset="-122"/>
                <a:cs typeface="Calibri" panose="020F0502020204030204" pitchFamily="34" charset="0"/>
              </a:rPr>
              <a:t>Every day we make choices — but are they truly OUR choices?</a:t>
            </a:r>
            <a:endParaRPr lang="en-US" sz="2000" dirty="0">
              <a:latin typeface="Calibri" panose="020F0502020204030204" pitchFamily="34" charset="0"/>
              <a:cs typeface="Calibri" panose="020F0502020204030204" pitchFamily="34" charset="0"/>
            </a:endParaRPr>
          </a:p>
        </p:txBody>
      </p:sp>
      <p:sp>
        <p:nvSpPr>
          <p:cNvPr id="43" name="Shape 2">
            <a:extLst>
              <a:ext uri="{FF2B5EF4-FFF2-40B4-BE49-F238E27FC236}">
                <a16:creationId xmlns:a16="http://schemas.microsoft.com/office/drawing/2014/main" id="{DB29DD4E-873D-F15B-B35D-EE57CE710B5E}"/>
              </a:ext>
            </a:extLst>
          </p:cNvPr>
          <p:cNvSpPr/>
          <p:nvPr/>
        </p:nvSpPr>
        <p:spPr>
          <a:xfrm>
            <a:off x="6095999" y="7852313"/>
            <a:ext cx="2651760" cy="1920240"/>
          </a:xfrm>
          <a:prstGeom prst="rect">
            <a:avLst/>
          </a:prstGeom>
          <a:solidFill>
            <a:srgbClr val="E94560">
              <a:alpha val="80000"/>
            </a:srgbClr>
          </a:solidFill>
          <a:ln w="12700">
            <a:solidFill>
              <a:srgbClr val="E94560"/>
            </a:solidFill>
            <a:prstDash val="solid"/>
          </a:ln>
        </p:spPr>
      </p:sp>
      <p:sp>
        <p:nvSpPr>
          <p:cNvPr id="44" name="Shape 5">
            <a:extLst>
              <a:ext uri="{FF2B5EF4-FFF2-40B4-BE49-F238E27FC236}">
                <a16:creationId xmlns:a16="http://schemas.microsoft.com/office/drawing/2014/main" id="{A1AF6961-A3CB-1C8B-27D4-80C75CED6E59}"/>
              </a:ext>
            </a:extLst>
          </p:cNvPr>
          <p:cNvSpPr/>
          <p:nvPr/>
        </p:nvSpPr>
        <p:spPr>
          <a:xfrm>
            <a:off x="11575952" y="7852313"/>
            <a:ext cx="2651760" cy="1920240"/>
          </a:xfrm>
          <a:prstGeom prst="rect">
            <a:avLst/>
          </a:prstGeom>
          <a:solidFill>
            <a:srgbClr val="0F3460">
              <a:alpha val="80000"/>
            </a:srgbClr>
          </a:solidFill>
          <a:ln w="12700">
            <a:solidFill>
              <a:srgbClr val="0F3460"/>
            </a:solidFill>
            <a:prstDash val="solid"/>
          </a:ln>
        </p:spPr>
      </p:sp>
      <p:sp>
        <p:nvSpPr>
          <p:cNvPr id="45" name="Shape 8">
            <a:extLst>
              <a:ext uri="{FF2B5EF4-FFF2-40B4-BE49-F238E27FC236}">
                <a16:creationId xmlns:a16="http://schemas.microsoft.com/office/drawing/2014/main" id="{8D29D690-A55A-68EC-50A3-EBB2533D1416}"/>
              </a:ext>
            </a:extLst>
          </p:cNvPr>
          <p:cNvSpPr/>
          <p:nvPr/>
        </p:nvSpPr>
        <p:spPr>
          <a:xfrm>
            <a:off x="16293175" y="9885479"/>
            <a:ext cx="2651760" cy="1920240"/>
          </a:xfrm>
          <a:prstGeom prst="rect">
            <a:avLst/>
          </a:prstGeom>
          <a:solidFill>
            <a:srgbClr val="087E8B">
              <a:alpha val="80000"/>
            </a:srgbClr>
          </a:solidFill>
          <a:ln w="12700">
            <a:solidFill>
              <a:srgbClr val="087E8B"/>
            </a:solidFill>
            <a:prstDash val="solid"/>
          </a:ln>
        </p:spPr>
      </p:sp>
      <p:sp>
        <p:nvSpPr>
          <p:cNvPr id="46" name="TextBox 45">
            <a:extLst>
              <a:ext uri="{FF2B5EF4-FFF2-40B4-BE49-F238E27FC236}">
                <a16:creationId xmlns:a16="http://schemas.microsoft.com/office/drawing/2014/main" id="{4D5D1641-9541-A0A4-1EAD-FAC188F1539B}"/>
              </a:ext>
            </a:extLst>
          </p:cNvPr>
          <p:cNvSpPr txBox="1"/>
          <p:nvPr/>
        </p:nvSpPr>
        <p:spPr>
          <a:xfrm>
            <a:off x="-2327909" y="1525000"/>
            <a:ext cx="1704974" cy="400110"/>
          </a:xfrm>
          <a:prstGeom prst="rect">
            <a:avLst/>
          </a:prstGeom>
          <a:noFill/>
        </p:spPr>
        <p:txBody>
          <a:bodyPr wrap="square" rtlCol="0">
            <a:spAutoFit/>
          </a:bodyPr>
          <a:lstStyle/>
          <a:p>
            <a:pPr algn="ctr"/>
            <a:r>
              <a:rPr lang="en-US" sz="2000" b="1" dirty="0">
                <a:solidFill>
                  <a:schemeClr val="bg1"/>
                </a:solidFill>
                <a:latin typeface="Calibri" panose="020F0502020204030204" pitchFamily="34" charset="0"/>
                <a:cs typeface="Calibri" panose="020F0502020204030204" pitchFamily="34" charset="0"/>
              </a:rPr>
              <a:t>5.6 Billion</a:t>
            </a:r>
            <a:endParaRPr lang="en-IN" sz="2000" b="1" dirty="0">
              <a:solidFill>
                <a:schemeClr val="bg1"/>
              </a:solidFill>
              <a:latin typeface="Calibri" panose="020F0502020204030204" pitchFamily="34" charset="0"/>
              <a:cs typeface="Calibri" panose="020F0502020204030204" pitchFamily="34" charset="0"/>
            </a:endParaRPr>
          </a:p>
        </p:txBody>
      </p:sp>
      <p:sp>
        <p:nvSpPr>
          <p:cNvPr id="47" name="TextBox 46">
            <a:extLst>
              <a:ext uri="{FF2B5EF4-FFF2-40B4-BE49-F238E27FC236}">
                <a16:creationId xmlns:a16="http://schemas.microsoft.com/office/drawing/2014/main" id="{58A41079-12EA-C3F8-3E4E-97F9C16EECD3}"/>
              </a:ext>
            </a:extLst>
          </p:cNvPr>
          <p:cNvSpPr txBox="1"/>
          <p:nvPr/>
        </p:nvSpPr>
        <p:spPr>
          <a:xfrm>
            <a:off x="-2587272" y="2142424"/>
            <a:ext cx="2486218" cy="646331"/>
          </a:xfrm>
          <a:prstGeom prst="rect">
            <a:avLst/>
          </a:prstGeom>
          <a:noFill/>
        </p:spPr>
        <p:txBody>
          <a:bodyPr wrap="square" rtlCol="0">
            <a:spAutoFit/>
          </a:bodyPr>
          <a:lstStyle/>
          <a:p>
            <a:pPr algn="ctr"/>
            <a:r>
              <a:rPr lang="en-US" dirty="0">
                <a:solidFill>
                  <a:schemeClr val="bg1"/>
                </a:solidFill>
                <a:latin typeface="Calibri" panose="020F0502020204030204" pitchFamily="34" charset="0"/>
                <a:cs typeface="Calibri" panose="020F0502020204030204" pitchFamily="34" charset="0"/>
              </a:rPr>
              <a:t>People on Social Media world wide</a:t>
            </a:r>
            <a:endParaRPr lang="en-IN" dirty="0">
              <a:solidFill>
                <a:schemeClr val="bg1"/>
              </a:solidFill>
              <a:latin typeface="Calibri" panose="020F0502020204030204" pitchFamily="34" charset="0"/>
              <a:cs typeface="Calibri" panose="020F0502020204030204" pitchFamily="34" charset="0"/>
            </a:endParaRPr>
          </a:p>
        </p:txBody>
      </p:sp>
      <p:sp>
        <p:nvSpPr>
          <p:cNvPr id="48" name="TextBox 47">
            <a:extLst>
              <a:ext uri="{FF2B5EF4-FFF2-40B4-BE49-F238E27FC236}">
                <a16:creationId xmlns:a16="http://schemas.microsoft.com/office/drawing/2014/main" id="{99F97E01-6334-1E6D-FF98-3682AE399C90}"/>
              </a:ext>
            </a:extLst>
          </p:cNvPr>
          <p:cNvSpPr txBox="1"/>
          <p:nvPr/>
        </p:nvSpPr>
        <p:spPr>
          <a:xfrm>
            <a:off x="-3439759" y="3231061"/>
            <a:ext cx="1704974" cy="400110"/>
          </a:xfrm>
          <a:prstGeom prst="rect">
            <a:avLst/>
          </a:prstGeom>
          <a:noFill/>
        </p:spPr>
        <p:txBody>
          <a:bodyPr wrap="square" rtlCol="0">
            <a:spAutoFit/>
          </a:bodyPr>
          <a:lstStyle/>
          <a:p>
            <a:pPr algn="ctr"/>
            <a:r>
              <a:rPr lang="en-US" sz="2000" b="1" dirty="0">
                <a:solidFill>
                  <a:schemeClr val="bg1"/>
                </a:solidFill>
                <a:latin typeface="Calibri" panose="020F0502020204030204" pitchFamily="34" charset="0"/>
                <a:cs typeface="Calibri" panose="020F0502020204030204" pitchFamily="34" charset="0"/>
              </a:rPr>
              <a:t>7 Hours</a:t>
            </a:r>
            <a:endParaRPr lang="en-IN" sz="2000" b="1" dirty="0">
              <a:solidFill>
                <a:schemeClr val="bg1"/>
              </a:solidFill>
              <a:latin typeface="Calibri" panose="020F0502020204030204" pitchFamily="34" charset="0"/>
              <a:cs typeface="Calibri" panose="020F0502020204030204" pitchFamily="34" charset="0"/>
            </a:endParaRPr>
          </a:p>
        </p:txBody>
      </p:sp>
      <p:sp>
        <p:nvSpPr>
          <p:cNvPr id="49" name="TextBox 48">
            <a:extLst>
              <a:ext uri="{FF2B5EF4-FFF2-40B4-BE49-F238E27FC236}">
                <a16:creationId xmlns:a16="http://schemas.microsoft.com/office/drawing/2014/main" id="{E4F78A8F-0CE2-820C-E302-720593C9EED2}"/>
              </a:ext>
            </a:extLst>
          </p:cNvPr>
          <p:cNvSpPr txBox="1"/>
          <p:nvPr/>
        </p:nvSpPr>
        <p:spPr>
          <a:xfrm>
            <a:off x="-4221003" y="3800861"/>
            <a:ext cx="2486218" cy="646331"/>
          </a:xfrm>
          <a:prstGeom prst="rect">
            <a:avLst/>
          </a:prstGeom>
          <a:noFill/>
        </p:spPr>
        <p:txBody>
          <a:bodyPr wrap="square" rtlCol="0">
            <a:spAutoFit/>
          </a:bodyPr>
          <a:lstStyle/>
          <a:p>
            <a:pPr algn="ctr"/>
            <a:r>
              <a:rPr lang="en-US" dirty="0">
                <a:solidFill>
                  <a:schemeClr val="bg1"/>
                </a:solidFill>
                <a:latin typeface="Calibri" panose="020F0502020204030204" pitchFamily="34" charset="0"/>
                <a:cs typeface="Calibri" panose="020F0502020204030204" pitchFamily="34" charset="0"/>
              </a:rPr>
              <a:t>Average Daily Screen Time</a:t>
            </a:r>
            <a:endParaRPr lang="en-IN" dirty="0">
              <a:solidFill>
                <a:schemeClr val="bg1"/>
              </a:solidFill>
              <a:latin typeface="Calibri" panose="020F0502020204030204" pitchFamily="34" charset="0"/>
              <a:cs typeface="Calibri" panose="020F0502020204030204" pitchFamily="34" charset="0"/>
            </a:endParaRPr>
          </a:p>
        </p:txBody>
      </p:sp>
      <p:sp>
        <p:nvSpPr>
          <p:cNvPr id="50" name="TextBox 49">
            <a:extLst>
              <a:ext uri="{FF2B5EF4-FFF2-40B4-BE49-F238E27FC236}">
                <a16:creationId xmlns:a16="http://schemas.microsoft.com/office/drawing/2014/main" id="{147D8A21-D15C-BF98-76EA-1AC1899405D4}"/>
              </a:ext>
            </a:extLst>
          </p:cNvPr>
          <p:cNvSpPr txBox="1"/>
          <p:nvPr/>
        </p:nvSpPr>
        <p:spPr>
          <a:xfrm>
            <a:off x="-4898558" y="4831215"/>
            <a:ext cx="1704974" cy="400110"/>
          </a:xfrm>
          <a:prstGeom prst="rect">
            <a:avLst/>
          </a:prstGeom>
          <a:noFill/>
        </p:spPr>
        <p:txBody>
          <a:bodyPr wrap="square" rtlCol="0">
            <a:spAutoFit/>
          </a:bodyPr>
          <a:lstStyle/>
          <a:p>
            <a:pPr algn="ctr"/>
            <a:r>
              <a:rPr lang="en-US" sz="2000" b="1" dirty="0">
                <a:solidFill>
                  <a:schemeClr val="bg1"/>
                </a:solidFill>
                <a:latin typeface="Calibri" panose="020F0502020204030204" pitchFamily="34" charset="0"/>
                <a:cs typeface="Calibri" panose="020F0502020204030204" pitchFamily="34" charset="0"/>
              </a:rPr>
              <a:t>Over 50%</a:t>
            </a:r>
            <a:endParaRPr lang="en-IN" sz="2000" b="1" dirty="0">
              <a:solidFill>
                <a:schemeClr val="bg1"/>
              </a:solidFill>
              <a:latin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1AAFBF0C-02D9-5A6F-7474-C976A97631DA}"/>
              </a:ext>
            </a:extLst>
          </p:cNvPr>
          <p:cNvSpPr txBox="1"/>
          <p:nvPr/>
        </p:nvSpPr>
        <p:spPr>
          <a:xfrm>
            <a:off x="-6141667" y="5465248"/>
            <a:ext cx="2486218" cy="646331"/>
          </a:xfrm>
          <a:prstGeom prst="rect">
            <a:avLst/>
          </a:prstGeom>
          <a:noFill/>
        </p:spPr>
        <p:txBody>
          <a:bodyPr wrap="square" rtlCol="0">
            <a:spAutoFit/>
          </a:bodyPr>
          <a:lstStyle/>
          <a:p>
            <a:pPr algn="ctr"/>
            <a:r>
              <a:rPr lang="en-US" dirty="0">
                <a:solidFill>
                  <a:schemeClr val="bg1"/>
                </a:solidFill>
                <a:latin typeface="Calibri" panose="020F0502020204030204" pitchFamily="34" charset="0"/>
                <a:cs typeface="Calibri" panose="020F0502020204030204" pitchFamily="34" charset="0"/>
              </a:rPr>
              <a:t>Teens Report Pressure From Social Media</a:t>
            </a:r>
            <a:endParaRPr lang="en-IN" dirty="0">
              <a:solidFill>
                <a:schemeClr val="bg1"/>
              </a:solidFill>
              <a:latin typeface="Calibri" panose="020F0502020204030204" pitchFamily="34" charset="0"/>
              <a:cs typeface="Calibri" panose="020F0502020204030204" pitchFamily="34" charset="0"/>
            </a:endParaRPr>
          </a:p>
        </p:txBody>
      </p:sp>
      <p:sp>
        <p:nvSpPr>
          <p:cNvPr id="61" name="TextBox 60">
            <a:extLst>
              <a:ext uri="{FF2B5EF4-FFF2-40B4-BE49-F238E27FC236}">
                <a16:creationId xmlns:a16="http://schemas.microsoft.com/office/drawing/2014/main" id="{0D382B54-D3A0-04DC-1403-28AD39C791F4}"/>
              </a:ext>
            </a:extLst>
          </p:cNvPr>
          <p:cNvSpPr txBox="1"/>
          <p:nvPr/>
        </p:nvSpPr>
        <p:spPr>
          <a:xfrm>
            <a:off x="14087474" y="3579143"/>
            <a:ext cx="9360768" cy="2246769"/>
          </a:xfrm>
          <a:prstGeom prst="rect">
            <a:avLst/>
          </a:prstGeom>
          <a:noFill/>
        </p:spPr>
        <p:txBody>
          <a:bodyPr wrap="none" rtlCol="0">
            <a:spAutoFit/>
          </a:bodyPr>
          <a:lstStyle/>
          <a:p>
            <a:r>
              <a:rPr lang="en-US" sz="2000" dirty="0">
                <a:latin typeface="Calibri" panose="020F0502020204030204" pitchFamily="34" charset="0"/>
                <a:ea typeface="Calibri" pitchFamily="34" charset="-122"/>
                <a:cs typeface="Calibri" panose="020F0502020204030204" pitchFamily="34" charset="0"/>
              </a:rPr>
              <a:t>		Algorithms show us content we already agree with → creates an </a:t>
            </a:r>
            <a:r>
              <a:rPr lang="en-US" sz="2000" b="1" dirty="0">
                <a:latin typeface="Calibri" panose="020F0502020204030204" pitchFamily="34" charset="0"/>
                <a:ea typeface="Calibri" pitchFamily="34" charset="-122"/>
                <a:cs typeface="Calibri" panose="020F0502020204030204" pitchFamily="34" charset="0"/>
              </a:rPr>
              <a:t>echo chamber</a:t>
            </a:r>
          </a:p>
          <a:p>
            <a:endParaRPr lang="en-US" sz="2000" b="1" dirty="0">
              <a:latin typeface="Calibri" panose="020F0502020204030204" pitchFamily="34" charset="0"/>
              <a:ea typeface="Calibri" pitchFamily="34" charset="-122"/>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itchFamily="34" charset="-122"/>
                <a:cs typeface="Calibri" panose="020F0502020204030204" pitchFamily="34" charset="0"/>
              </a:rPr>
              <a:t>		Likes &amp; followers create social validation — we post what gets approved</a:t>
            </a:r>
          </a:p>
          <a:p>
            <a:endParaRPr lang="en-US" sz="2000" dirty="0">
              <a:latin typeface="Calibri" panose="020F0502020204030204" pitchFamily="34" charset="0"/>
              <a:ea typeface="Calibri" pitchFamily="34" charset="-122"/>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itchFamily="34" charset="-122"/>
                <a:cs typeface="Calibri" panose="020F0502020204030204" pitchFamily="34" charset="0"/>
              </a:rPr>
              <a:t>		Influencers shape opinions on fashion, politics, health, and lifestyle choices</a:t>
            </a:r>
            <a:endParaRPr lang="en-US" sz="2000" dirty="0">
              <a:latin typeface="Calibri" panose="020F0502020204030204" pitchFamily="34" charset="0"/>
              <a:cs typeface="Calibri" panose="020F0502020204030204" pitchFamily="34" charset="0"/>
            </a:endParaRPr>
          </a:p>
        </p:txBody>
      </p:sp>
      <p:sp>
        <p:nvSpPr>
          <p:cNvPr id="62" name="TextBox 61">
            <a:extLst>
              <a:ext uri="{FF2B5EF4-FFF2-40B4-BE49-F238E27FC236}">
                <a16:creationId xmlns:a16="http://schemas.microsoft.com/office/drawing/2014/main" id="{DAEBA5EA-0535-CFF7-B745-0CC001659845}"/>
              </a:ext>
            </a:extLst>
          </p:cNvPr>
          <p:cNvSpPr txBox="1"/>
          <p:nvPr/>
        </p:nvSpPr>
        <p:spPr>
          <a:xfrm>
            <a:off x="12868274" y="2409683"/>
            <a:ext cx="6669019" cy="861774"/>
          </a:xfrm>
          <a:prstGeom prst="rect">
            <a:avLst/>
          </a:prstGeom>
          <a:noFill/>
        </p:spPr>
        <p:txBody>
          <a:bodyPr wrap="square" rtlCol="0">
            <a:spAutoFit/>
          </a:bodyPr>
          <a:lstStyle/>
          <a:p>
            <a:r>
              <a:rPr lang="en-US" sz="3200" b="1" dirty="0">
                <a:solidFill>
                  <a:srgbClr val="E94560"/>
                </a:solidFill>
                <a:latin typeface="Calibri" panose="020F0502020204030204" pitchFamily="34" charset="0"/>
                <a:ea typeface="Calibri" pitchFamily="34" charset="-122"/>
                <a:cs typeface="Calibri" panose="020F0502020204030204" pitchFamily="34" charset="0"/>
              </a:rPr>
              <a:t>How Social Media Influences Us:</a:t>
            </a:r>
            <a:endParaRPr lang="en-US" sz="3200" dirty="0">
              <a:latin typeface="Calibri" panose="020F0502020204030204" pitchFamily="34" charset="0"/>
              <a:cs typeface="Calibri" panose="020F0502020204030204" pitchFamily="34" charset="0"/>
            </a:endParaRPr>
          </a:p>
          <a:p>
            <a:endParaRPr lang="en-IN" dirty="0"/>
          </a:p>
        </p:txBody>
      </p:sp>
      <p:pic>
        <p:nvPicPr>
          <p:cNvPr id="63" name="Graphic 62" descr="Circles with arrows">
            <a:extLst>
              <a:ext uri="{FF2B5EF4-FFF2-40B4-BE49-F238E27FC236}">
                <a16:creationId xmlns:a16="http://schemas.microsoft.com/office/drawing/2014/main" id="{8F4163E1-AF49-CF58-9625-5FBE1AA660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17805" y="3502841"/>
            <a:ext cx="596040" cy="596040"/>
          </a:xfrm>
          <a:prstGeom prst="rect">
            <a:avLst/>
          </a:prstGeom>
        </p:spPr>
      </p:pic>
      <p:pic>
        <p:nvPicPr>
          <p:cNvPr id="64" name="Graphic 63" descr="Connections">
            <a:extLst>
              <a:ext uri="{FF2B5EF4-FFF2-40B4-BE49-F238E27FC236}">
                <a16:creationId xmlns:a16="http://schemas.microsoft.com/office/drawing/2014/main" id="{B8F8BC4A-02E0-8FD7-20F1-DCCAA595D92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59088" y="4185261"/>
            <a:ext cx="645954" cy="645954"/>
          </a:xfrm>
          <a:prstGeom prst="rect">
            <a:avLst/>
          </a:prstGeom>
        </p:spPr>
      </p:pic>
      <p:pic>
        <p:nvPicPr>
          <p:cNvPr id="65" name="Graphic 64" descr="Social network">
            <a:extLst>
              <a:ext uri="{FF2B5EF4-FFF2-40B4-BE49-F238E27FC236}">
                <a16:creationId xmlns:a16="http://schemas.microsoft.com/office/drawing/2014/main" id="{FD54FC71-B750-67B9-A6FC-AEB4F7B302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205042" y="5231325"/>
            <a:ext cx="645953" cy="645953"/>
          </a:xfrm>
          <a:prstGeom prst="rect">
            <a:avLst/>
          </a:prstGeom>
        </p:spPr>
      </p:pic>
      <p:pic>
        <p:nvPicPr>
          <p:cNvPr id="66" name="Graphic 65" descr="Smart Phone">
            <a:extLst>
              <a:ext uri="{FF2B5EF4-FFF2-40B4-BE49-F238E27FC236}">
                <a16:creationId xmlns:a16="http://schemas.microsoft.com/office/drawing/2014/main" id="{8A0DEE39-1C11-65F2-20E1-F2D8348FF2B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0800000">
            <a:off x="2554333" y="-3609769"/>
            <a:ext cx="429385" cy="429385"/>
          </a:xfrm>
          <a:prstGeom prst="rect">
            <a:avLst/>
          </a:prstGeom>
        </p:spPr>
      </p:pic>
      <p:pic>
        <p:nvPicPr>
          <p:cNvPr id="67" name="Graphic 66" descr="Eye">
            <a:extLst>
              <a:ext uri="{FF2B5EF4-FFF2-40B4-BE49-F238E27FC236}">
                <a16:creationId xmlns:a16="http://schemas.microsoft.com/office/drawing/2014/main" id="{DADB6496-F430-2B69-B5A9-665869BA918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80660" y="-4796493"/>
            <a:ext cx="701040" cy="701040"/>
          </a:xfrm>
          <a:prstGeom prst="rect">
            <a:avLst/>
          </a:prstGeom>
        </p:spPr>
      </p:pic>
      <p:pic>
        <p:nvPicPr>
          <p:cNvPr id="68" name="Graphic 67" descr="Target">
            <a:extLst>
              <a:ext uri="{FF2B5EF4-FFF2-40B4-BE49-F238E27FC236}">
                <a16:creationId xmlns:a16="http://schemas.microsoft.com/office/drawing/2014/main" id="{9C3D3F05-1EBA-076E-B754-AD621050107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407623" y="-4994465"/>
            <a:ext cx="601787" cy="601787"/>
          </a:xfrm>
          <a:prstGeom prst="rect">
            <a:avLst/>
          </a:prstGeom>
        </p:spPr>
      </p:pic>
      <p:sp>
        <p:nvSpPr>
          <p:cNvPr id="69" name="TextBox 68">
            <a:extLst>
              <a:ext uri="{FF2B5EF4-FFF2-40B4-BE49-F238E27FC236}">
                <a16:creationId xmlns:a16="http://schemas.microsoft.com/office/drawing/2014/main" id="{40534C76-3DA1-8872-E8AE-1239EC6C8AD8}"/>
              </a:ext>
            </a:extLst>
          </p:cNvPr>
          <p:cNvSpPr txBox="1"/>
          <p:nvPr/>
        </p:nvSpPr>
        <p:spPr>
          <a:xfrm>
            <a:off x="14087474" y="-191226"/>
            <a:ext cx="9689134" cy="1138773"/>
          </a:xfrm>
          <a:prstGeom prst="rect">
            <a:avLst/>
          </a:prstGeom>
          <a:noFill/>
        </p:spPr>
        <p:txBody>
          <a:bodyPr wrap="square" rtlCol="0">
            <a:spAutoFit/>
          </a:bodyPr>
          <a:lstStyle/>
          <a:p>
            <a:r>
              <a:rPr lang="en-US" sz="5000" b="1" u="sng" dirty="0">
                <a:solidFill>
                  <a:schemeClr val="accent3">
                    <a:lumMod val="50000"/>
                  </a:schemeClr>
                </a:solidFill>
                <a:latin typeface="Calibri" panose="020F0502020204030204" pitchFamily="34" charset="0"/>
                <a:ea typeface="Calibri" pitchFamily="34" charset="-122"/>
                <a:cs typeface="Calibri" panose="020F0502020204030204" pitchFamily="34" charset="0"/>
              </a:rPr>
              <a:t>THE POWER OF SOCIAL INFLUENCE</a:t>
            </a:r>
            <a:endParaRPr lang="en-US" sz="5000" b="1" u="sng" dirty="0">
              <a:solidFill>
                <a:schemeClr val="accent3">
                  <a:lumMod val="50000"/>
                </a:schemeClr>
              </a:solidFill>
              <a:latin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1074261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53722BE-CACD-107A-E95E-AF39D354BCE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74E2EC-3C31-471D-759F-8B03C76CD15B}"/>
              </a:ext>
            </a:extLst>
          </p:cNvPr>
          <p:cNvSpPr/>
          <p:nvPr/>
        </p:nvSpPr>
        <p:spPr>
          <a:xfrm>
            <a:off x="0" y="0"/>
            <a:ext cx="838200" cy="6858000"/>
          </a:xfrm>
          <a:prstGeom prst="rect">
            <a:avLst/>
          </a:prstGeom>
          <a:solidFill>
            <a:schemeClr val="accent2">
              <a:alpha val="8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Freeform: Shape 4">
            <a:extLst>
              <a:ext uri="{FF2B5EF4-FFF2-40B4-BE49-F238E27FC236}">
                <a16:creationId xmlns:a16="http://schemas.microsoft.com/office/drawing/2014/main" id="{B2620136-BF84-11B5-0900-57EFBCF47010}"/>
              </a:ext>
            </a:extLst>
          </p:cNvPr>
          <p:cNvSpPr/>
          <p:nvPr/>
        </p:nvSpPr>
        <p:spPr>
          <a:xfrm>
            <a:off x="0" y="5723824"/>
            <a:ext cx="838200"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31F3E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6" name="Freeform: Shape 5">
            <a:extLst>
              <a:ext uri="{FF2B5EF4-FFF2-40B4-BE49-F238E27FC236}">
                <a16:creationId xmlns:a16="http://schemas.microsoft.com/office/drawing/2014/main" id="{676BB581-9B08-E4A5-4FC3-24CE64DABB83}"/>
              </a:ext>
            </a:extLst>
          </p:cNvPr>
          <p:cNvSpPr/>
          <p:nvPr/>
        </p:nvSpPr>
        <p:spPr>
          <a:xfrm>
            <a:off x="-1" y="5809"/>
            <a:ext cx="11972926"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ln>
                <a:solidFill>
                  <a:schemeClr val="tx1"/>
                </a:solidFill>
              </a:ln>
            </a:endParaRPr>
          </a:p>
        </p:txBody>
      </p:sp>
      <p:sp>
        <p:nvSpPr>
          <p:cNvPr id="7" name="Freeform: Shape 6">
            <a:extLst>
              <a:ext uri="{FF2B5EF4-FFF2-40B4-BE49-F238E27FC236}">
                <a16:creationId xmlns:a16="http://schemas.microsoft.com/office/drawing/2014/main" id="{325B0D51-B40B-48F3-AABE-0B448BA23933}"/>
              </a:ext>
            </a:extLst>
          </p:cNvPr>
          <p:cNvSpPr/>
          <p:nvPr/>
        </p:nvSpPr>
        <p:spPr>
          <a:xfrm>
            <a:off x="-9525" y="1160347"/>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8" name="Freeform: Shape 7">
            <a:extLst>
              <a:ext uri="{FF2B5EF4-FFF2-40B4-BE49-F238E27FC236}">
                <a16:creationId xmlns:a16="http://schemas.microsoft.com/office/drawing/2014/main" id="{1710F092-2A3F-6C4E-E797-DC0D7D5D2BF2}"/>
              </a:ext>
            </a:extLst>
          </p:cNvPr>
          <p:cNvSpPr/>
          <p:nvPr/>
        </p:nvSpPr>
        <p:spPr>
          <a:xfrm>
            <a:off x="-9525" y="2310572"/>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17EDB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9" name="Freeform: Shape 8">
            <a:extLst>
              <a:ext uri="{FF2B5EF4-FFF2-40B4-BE49-F238E27FC236}">
                <a16:creationId xmlns:a16="http://schemas.microsoft.com/office/drawing/2014/main" id="{68C5A88D-946E-4734-69A2-DBEB5D9E6042}"/>
              </a:ext>
            </a:extLst>
          </p:cNvPr>
          <p:cNvSpPr/>
          <p:nvPr/>
        </p:nvSpPr>
        <p:spPr>
          <a:xfrm>
            <a:off x="-2209" y="3469144"/>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10" name="Freeform: Shape 9">
            <a:extLst>
              <a:ext uri="{FF2B5EF4-FFF2-40B4-BE49-F238E27FC236}">
                <a16:creationId xmlns:a16="http://schemas.microsoft.com/office/drawing/2014/main" id="{BF571ED5-07EE-FF62-9B03-F88CF8F7B6EE}"/>
              </a:ext>
            </a:extLst>
          </p:cNvPr>
          <p:cNvSpPr/>
          <p:nvPr/>
        </p:nvSpPr>
        <p:spPr>
          <a:xfrm>
            <a:off x="0" y="4626364"/>
            <a:ext cx="838200" cy="106958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 name="TextBox 1">
            <a:extLst>
              <a:ext uri="{FF2B5EF4-FFF2-40B4-BE49-F238E27FC236}">
                <a16:creationId xmlns:a16="http://schemas.microsoft.com/office/drawing/2014/main" id="{9F8B1774-7FE1-E47A-49AD-67877A77DF28}"/>
              </a:ext>
            </a:extLst>
          </p:cNvPr>
          <p:cNvSpPr txBox="1"/>
          <p:nvPr/>
        </p:nvSpPr>
        <p:spPr>
          <a:xfrm>
            <a:off x="828675" y="146941"/>
            <a:ext cx="9689134" cy="1138773"/>
          </a:xfrm>
          <a:prstGeom prst="rect">
            <a:avLst/>
          </a:prstGeom>
          <a:noFill/>
        </p:spPr>
        <p:txBody>
          <a:bodyPr wrap="square" rtlCol="0">
            <a:spAutoFit/>
          </a:bodyPr>
          <a:lstStyle/>
          <a:p>
            <a:r>
              <a:rPr lang="en-US" sz="5000" b="1" u="sng" dirty="0">
                <a:solidFill>
                  <a:schemeClr val="accent3">
                    <a:lumMod val="50000"/>
                  </a:schemeClr>
                </a:solidFill>
                <a:latin typeface="Calibri" panose="020F0502020204030204" pitchFamily="34" charset="0"/>
                <a:ea typeface="Calibri" pitchFamily="34" charset="-122"/>
                <a:cs typeface="Calibri" panose="020F0502020204030204" pitchFamily="34" charset="0"/>
              </a:rPr>
              <a:t>THE POWER OF SOCIAL INFLUENCE</a:t>
            </a:r>
            <a:endParaRPr lang="en-US" sz="5000" b="1" u="sng" dirty="0">
              <a:solidFill>
                <a:schemeClr val="accent3">
                  <a:lumMod val="50000"/>
                </a:schemeClr>
              </a:solidFill>
              <a:latin typeface="Calibri" panose="020F0502020204030204" pitchFamily="34" charset="0"/>
              <a:cs typeface="Calibri" panose="020F0502020204030204" pitchFamily="34" charset="0"/>
            </a:endParaRPr>
          </a:p>
          <a:p>
            <a:endParaRPr lang="en-IN" dirty="0"/>
          </a:p>
        </p:txBody>
      </p:sp>
      <p:sp>
        <p:nvSpPr>
          <p:cNvPr id="3" name="Shape 2">
            <a:extLst>
              <a:ext uri="{FF2B5EF4-FFF2-40B4-BE49-F238E27FC236}">
                <a16:creationId xmlns:a16="http://schemas.microsoft.com/office/drawing/2014/main" id="{FAC00CFA-F62E-2E20-8774-A0522E7A6494}"/>
              </a:ext>
            </a:extLst>
          </p:cNvPr>
          <p:cNvSpPr/>
          <p:nvPr/>
        </p:nvSpPr>
        <p:spPr>
          <a:xfrm>
            <a:off x="1133282" y="1329453"/>
            <a:ext cx="2651760" cy="1920240"/>
          </a:xfrm>
          <a:prstGeom prst="rect">
            <a:avLst/>
          </a:prstGeom>
          <a:solidFill>
            <a:srgbClr val="E94560">
              <a:alpha val="80000"/>
            </a:srgbClr>
          </a:solidFill>
          <a:ln w="12700">
            <a:solidFill>
              <a:srgbClr val="E94560"/>
            </a:solidFill>
            <a:prstDash val="solid"/>
          </a:ln>
        </p:spPr>
        <p:txBody>
          <a:bodyPr/>
          <a:lstStyle/>
          <a:p>
            <a:endParaRPr lang="en-IN" dirty="0"/>
          </a:p>
        </p:txBody>
      </p:sp>
      <p:sp>
        <p:nvSpPr>
          <p:cNvPr id="11" name="Shape 5">
            <a:extLst>
              <a:ext uri="{FF2B5EF4-FFF2-40B4-BE49-F238E27FC236}">
                <a16:creationId xmlns:a16="http://schemas.microsoft.com/office/drawing/2014/main" id="{0B298CC4-1706-2EDD-4752-EC3CD832F9E3}"/>
              </a:ext>
            </a:extLst>
          </p:cNvPr>
          <p:cNvSpPr/>
          <p:nvPr/>
        </p:nvSpPr>
        <p:spPr>
          <a:xfrm>
            <a:off x="3973830" y="1329453"/>
            <a:ext cx="2651760" cy="1920240"/>
          </a:xfrm>
          <a:prstGeom prst="rect">
            <a:avLst/>
          </a:prstGeom>
          <a:solidFill>
            <a:srgbClr val="0F3460">
              <a:alpha val="80000"/>
            </a:srgbClr>
          </a:solidFill>
          <a:ln w="12700">
            <a:solidFill>
              <a:srgbClr val="0F3460"/>
            </a:solidFill>
            <a:prstDash val="solid"/>
          </a:ln>
        </p:spPr>
      </p:sp>
      <p:sp>
        <p:nvSpPr>
          <p:cNvPr id="12" name="Shape 8">
            <a:extLst>
              <a:ext uri="{FF2B5EF4-FFF2-40B4-BE49-F238E27FC236}">
                <a16:creationId xmlns:a16="http://schemas.microsoft.com/office/drawing/2014/main" id="{09C588B5-E716-B657-F85D-AAB63E6F0F9B}"/>
              </a:ext>
            </a:extLst>
          </p:cNvPr>
          <p:cNvSpPr/>
          <p:nvPr/>
        </p:nvSpPr>
        <p:spPr>
          <a:xfrm>
            <a:off x="6867525" y="1329453"/>
            <a:ext cx="2651760" cy="1920240"/>
          </a:xfrm>
          <a:prstGeom prst="rect">
            <a:avLst/>
          </a:prstGeom>
          <a:solidFill>
            <a:srgbClr val="087E8B">
              <a:alpha val="80000"/>
            </a:srgbClr>
          </a:solidFill>
          <a:ln w="12700">
            <a:solidFill>
              <a:srgbClr val="087E8B"/>
            </a:solidFill>
            <a:prstDash val="solid"/>
          </a:ln>
        </p:spPr>
      </p:sp>
      <p:pic>
        <p:nvPicPr>
          <p:cNvPr id="21" name="Graphic 20" descr="Smart Phone">
            <a:extLst>
              <a:ext uri="{FF2B5EF4-FFF2-40B4-BE49-F238E27FC236}">
                <a16:creationId xmlns:a16="http://schemas.microsoft.com/office/drawing/2014/main" id="{6032B37F-4547-B222-DED9-1A3C983782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2205990" y="2757486"/>
            <a:ext cx="429385" cy="429385"/>
          </a:xfrm>
          <a:prstGeom prst="rect">
            <a:avLst/>
          </a:prstGeom>
        </p:spPr>
      </p:pic>
      <p:sp>
        <p:nvSpPr>
          <p:cNvPr id="22" name="TextBox 21">
            <a:extLst>
              <a:ext uri="{FF2B5EF4-FFF2-40B4-BE49-F238E27FC236}">
                <a16:creationId xmlns:a16="http://schemas.microsoft.com/office/drawing/2014/main" id="{C0A0342D-5E04-85BD-38E3-F2EAF1547EBC}"/>
              </a:ext>
            </a:extLst>
          </p:cNvPr>
          <p:cNvSpPr txBox="1"/>
          <p:nvPr/>
        </p:nvSpPr>
        <p:spPr>
          <a:xfrm>
            <a:off x="1552576" y="1583450"/>
            <a:ext cx="1704974" cy="400110"/>
          </a:xfrm>
          <a:prstGeom prst="rect">
            <a:avLst/>
          </a:prstGeom>
          <a:noFill/>
        </p:spPr>
        <p:txBody>
          <a:bodyPr wrap="square" rtlCol="0">
            <a:spAutoFit/>
          </a:bodyPr>
          <a:lstStyle/>
          <a:p>
            <a:pPr algn="ctr"/>
            <a:r>
              <a:rPr lang="en-US" sz="2000" b="1" dirty="0">
                <a:solidFill>
                  <a:schemeClr val="bg1"/>
                </a:solidFill>
                <a:latin typeface="Calibri" panose="020F0502020204030204" pitchFamily="34" charset="0"/>
                <a:cs typeface="Calibri" panose="020F0502020204030204" pitchFamily="34" charset="0"/>
              </a:rPr>
              <a:t>5.6 Billion</a:t>
            </a:r>
            <a:endParaRPr lang="en-IN" sz="2000" b="1" dirty="0">
              <a:solidFill>
                <a:schemeClr val="bg1"/>
              </a:solidFill>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0468A606-42D8-CE83-A439-5CB3F598550D}"/>
              </a:ext>
            </a:extLst>
          </p:cNvPr>
          <p:cNvSpPr txBox="1"/>
          <p:nvPr/>
        </p:nvSpPr>
        <p:spPr>
          <a:xfrm>
            <a:off x="1216053" y="2047357"/>
            <a:ext cx="2486218" cy="646331"/>
          </a:xfrm>
          <a:prstGeom prst="rect">
            <a:avLst/>
          </a:prstGeom>
          <a:noFill/>
        </p:spPr>
        <p:txBody>
          <a:bodyPr wrap="square" rtlCol="0">
            <a:spAutoFit/>
          </a:bodyPr>
          <a:lstStyle/>
          <a:p>
            <a:pPr algn="ctr"/>
            <a:r>
              <a:rPr lang="en-US" dirty="0">
                <a:solidFill>
                  <a:schemeClr val="bg1"/>
                </a:solidFill>
                <a:latin typeface="Calibri" panose="020F0502020204030204" pitchFamily="34" charset="0"/>
                <a:cs typeface="Calibri" panose="020F0502020204030204" pitchFamily="34" charset="0"/>
              </a:rPr>
              <a:t>People on Social Media world wide</a:t>
            </a:r>
            <a:endParaRPr lang="en-IN" dirty="0">
              <a:solidFill>
                <a:schemeClr val="bg1"/>
              </a:solidFill>
              <a:latin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A4ECF452-7B0A-C077-903D-F7F0543AB1B6}"/>
              </a:ext>
            </a:extLst>
          </p:cNvPr>
          <p:cNvSpPr txBox="1"/>
          <p:nvPr/>
        </p:nvSpPr>
        <p:spPr>
          <a:xfrm>
            <a:off x="4419601" y="1573925"/>
            <a:ext cx="1704974" cy="400110"/>
          </a:xfrm>
          <a:prstGeom prst="rect">
            <a:avLst/>
          </a:prstGeom>
          <a:noFill/>
        </p:spPr>
        <p:txBody>
          <a:bodyPr wrap="square" rtlCol="0">
            <a:spAutoFit/>
          </a:bodyPr>
          <a:lstStyle/>
          <a:p>
            <a:pPr algn="ctr"/>
            <a:r>
              <a:rPr lang="en-US" sz="2000" b="1" dirty="0">
                <a:solidFill>
                  <a:schemeClr val="bg1"/>
                </a:solidFill>
                <a:latin typeface="Calibri" panose="020F0502020204030204" pitchFamily="34" charset="0"/>
                <a:cs typeface="Calibri" panose="020F0502020204030204" pitchFamily="34" charset="0"/>
              </a:rPr>
              <a:t>7 Hours</a:t>
            </a:r>
            <a:endParaRPr lang="en-IN" sz="2000" b="1" dirty="0">
              <a:solidFill>
                <a:schemeClr val="bg1"/>
              </a:solidFill>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AEE86773-60D3-A3E5-1A6A-541FC45A8F41}"/>
              </a:ext>
            </a:extLst>
          </p:cNvPr>
          <p:cNvSpPr txBox="1"/>
          <p:nvPr/>
        </p:nvSpPr>
        <p:spPr>
          <a:xfrm>
            <a:off x="3997353" y="2047357"/>
            <a:ext cx="2486218" cy="646331"/>
          </a:xfrm>
          <a:prstGeom prst="rect">
            <a:avLst/>
          </a:prstGeom>
          <a:noFill/>
        </p:spPr>
        <p:txBody>
          <a:bodyPr wrap="square" rtlCol="0">
            <a:spAutoFit/>
          </a:bodyPr>
          <a:lstStyle/>
          <a:p>
            <a:pPr algn="ctr"/>
            <a:r>
              <a:rPr lang="en-US" dirty="0">
                <a:solidFill>
                  <a:schemeClr val="bg1"/>
                </a:solidFill>
                <a:latin typeface="Calibri" panose="020F0502020204030204" pitchFamily="34" charset="0"/>
                <a:cs typeface="Calibri" panose="020F0502020204030204" pitchFamily="34" charset="0"/>
              </a:rPr>
              <a:t>Average Daily Screen Time</a:t>
            </a:r>
            <a:endParaRPr lang="en-IN" dirty="0">
              <a:solidFill>
                <a:schemeClr val="bg1"/>
              </a:solidFill>
              <a:latin typeface="Calibri" panose="020F0502020204030204" pitchFamily="34" charset="0"/>
              <a:cs typeface="Calibri" panose="020F0502020204030204" pitchFamily="34" charset="0"/>
            </a:endParaRPr>
          </a:p>
        </p:txBody>
      </p:sp>
      <p:pic>
        <p:nvPicPr>
          <p:cNvPr id="27" name="Graphic 26" descr="Eye">
            <a:extLst>
              <a:ext uri="{FF2B5EF4-FFF2-40B4-BE49-F238E27FC236}">
                <a16:creationId xmlns:a16="http://schemas.microsoft.com/office/drawing/2014/main" id="{5962FF39-B738-D025-823E-DE6E420A0B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49190" y="2576496"/>
            <a:ext cx="701040" cy="701040"/>
          </a:xfrm>
          <a:prstGeom prst="rect">
            <a:avLst/>
          </a:prstGeom>
        </p:spPr>
      </p:pic>
      <p:sp>
        <p:nvSpPr>
          <p:cNvPr id="28" name="TextBox 27">
            <a:extLst>
              <a:ext uri="{FF2B5EF4-FFF2-40B4-BE49-F238E27FC236}">
                <a16:creationId xmlns:a16="http://schemas.microsoft.com/office/drawing/2014/main" id="{EB171744-77E4-0B0A-9088-DAB2789F20EF}"/>
              </a:ext>
            </a:extLst>
          </p:cNvPr>
          <p:cNvSpPr txBox="1"/>
          <p:nvPr/>
        </p:nvSpPr>
        <p:spPr>
          <a:xfrm>
            <a:off x="7334251" y="1573925"/>
            <a:ext cx="1704974" cy="400110"/>
          </a:xfrm>
          <a:prstGeom prst="rect">
            <a:avLst/>
          </a:prstGeom>
          <a:noFill/>
        </p:spPr>
        <p:txBody>
          <a:bodyPr wrap="square" rtlCol="0">
            <a:spAutoFit/>
          </a:bodyPr>
          <a:lstStyle/>
          <a:p>
            <a:pPr algn="ctr"/>
            <a:r>
              <a:rPr lang="en-US" sz="2000" b="1" dirty="0">
                <a:solidFill>
                  <a:schemeClr val="bg1"/>
                </a:solidFill>
                <a:latin typeface="Calibri" panose="020F0502020204030204" pitchFamily="34" charset="0"/>
                <a:cs typeface="Calibri" panose="020F0502020204030204" pitchFamily="34" charset="0"/>
              </a:rPr>
              <a:t>Over 50%</a:t>
            </a:r>
            <a:endParaRPr lang="en-IN" sz="2000" b="1" dirty="0">
              <a:solidFill>
                <a:schemeClr val="bg1"/>
              </a:solidFill>
              <a:latin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D9AD8F96-D1D6-5B45-3262-2F40CA608D37}"/>
              </a:ext>
            </a:extLst>
          </p:cNvPr>
          <p:cNvSpPr txBox="1"/>
          <p:nvPr/>
        </p:nvSpPr>
        <p:spPr>
          <a:xfrm>
            <a:off x="6931053" y="2037832"/>
            <a:ext cx="2486218" cy="646331"/>
          </a:xfrm>
          <a:prstGeom prst="rect">
            <a:avLst/>
          </a:prstGeom>
          <a:noFill/>
        </p:spPr>
        <p:txBody>
          <a:bodyPr wrap="square" rtlCol="0">
            <a:spAutoFit/>
          </a:bodyPr>
          <a:lstStyle/>
          <a:p>
            <a:pPr algn="ctr"/>
            <a:r>
              <a:rPr lang="en-US" dirty="0">
                <a:solidFill>
                  <a:schemeClr val="bg1"/>
                </a:solidFill>
                <a:latin typeface="Calibri" panose="020F0502020204030204" pitchFamily="34" charset="0"/>
                <a:cs typeface="Calibri" panose="020F0502020204030204" pitchFamily="34" charset="0"/>
              </a:rPr>
              <a:t>Teens Report Pressure From Social Media</a:t>
            </a:r>
            <a:endParaRPr lang="en-IN" dirty="0">
              <a:solidFill>
                <a:schemeClr val="bg1"/>
              </a:solidFill>
              <a:latin typeface="Calibri" panose="020F0502020204030204" pitchFamily="34" charset="0"/>
              <a:cs typeface="Calibri" panose="020F0502020204030204" pitchFamily="34" charset="0"/>
            </a:endParaRPr>
          </a:p>
        </p:txBody>
      </p:sp>
      <p:pic>
        <p:nvPicPr>
          <p:cNvPr id="31" name="Graphic 30" descr="Target">
            <a:extLst>
              <a:ext uri="{FF2B5EF4-FFF2-40B4-BE49-F238E27FC236}">
                <a16:creationId xmlns:a16="http://schemas.microsoft.com/office/drawing/2014/main" id="{20BF6F12-1DE2-9447-8792-6CCAA88FC51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96032" y="2647906"/>
            <a:ext cx="601787" cy="601787"/>
          </a:xfrm>
          <a:prstGeom prst="rect">
            <a:avLst/>
          </a:prstGeom>
        </p:spPr>
      </p:pic>
      <p:sp>
        <p:nvSpPr>
          <p:cNvPr id="32" name="TextBox 31">
            <a:extLst>
              <a:ext uri="{FF2B5EF4-FFF2-40B4-BE49-F238E27FC236}">
                <a16:creationId xmlns:a16="http://schemas.microsoft.com/office/drawing/2014/main" id="{F729ACC4-45CC-36EC-C7C5-47FA0E01C110}"/>
              </a:ext>
            </a:extLst>
          </p:cNvPr>
          <p:cNvSpPr txBox="1"/>
          <p:nvPr/>
        </p:nvSpPr>
        <p:spPr>
          <a:xfrm>
            <a:off x="1000124" y="3327160"/>
            <a:ext cx="6669019" cy="861774"/>
          </a:xfrm>
          <a:prstGeom prst="rect">
            <a:avLst/>
          </a:prstGeom>
          <a:noFill/>
        </p:spPr>
        <p:txBody>
          <a:bodyPr wrap="square" rtlCol="0">
            <a:spAutoFit/>
          </a:bodyPr>
          <a:lstStyle/>
          <a:p>
            <a:r>
              <a:rPr lang="en-US" sz="3200" b="1" dirty="0">
                <a:solidFill>
                  <a:srgbClr val="E94560"/>
                </a:solidFill>
                <a:latin typeface="Calibri" panose="020F0502020204030204" pitchFamily="34" charset="0"/>
                <a:ea typeface="Calibri" pitchFamily="34" charset="-122"/>
                <a:cs typeface="Calibri" panose="020F0502020204030204" pitchFamily="34" charset="0"/>
              </a:rPr>
              <a:t>How Social Media Influences Us:</a:t>
            </a:r>
            <a:endParaRPr lang="en-US" sz="3200" dirty="0">
              <a:latin typeface="Calibri" panose="020F0502020204030204" pitchFamily="34" charset="0"/>
              <a:cs typeface="Calibri" panose="020F0502020204030204" pitchFamily="34" charset="0"/>
            </a:endParaRPr>
          </a:p>
          <a:p>
            <a:endParaRPr lang="en-IN" dirty="0"/>
          </a:p>
        </p:txBody>
      </p:sp>
      <p:sp>
        <p:nvSpPr>
          <p:cNvPr id="33" name="TextBox 32">
            <a:extLst>
              <a:ext uri="{FF2B5EF4-FFF2-40B4-BE49-F238E27FC236}">
                <a16:creationId xmlns:a16="http://schemas.microsoft.com/office/drawing/2014/main" id="{DA6D2CD4-7F07-DCC1-3628-5F36BBC9328F}"/>
              </a:ext>
            </a:extLst>
          </p:cNvPr>
          <p:cNvSpPr txBox="1"/>
          <p:nvPr/>
        </p:nvSpPr>
        <p:spPr>
          <a:xfrm>
            <a:off x="1000124" y="3904164"/>
            <a:ext cx="9360768" cy="2246769"/>
          </a:xfrm>
          <a:prstGeom prst="rect">
            <a:avLst/>
          </a:prstGeom>
          <a:noFill/>
        </p:spPr>
        <p:txBody>
          <a:bodyPr wrap="none" rtlCol="0">
            <a:spAutoFit/>
          </a:bodyPr>
          <a:lstStyle/>
          <a:p>
            <a:r>
              <a:rPr lang="en-US" sz="2000" dirty="0">
                <a:latin typeface="Calibri" panose="020F0502020204030204" pitchFamily="34" charset="0"/>
                <a:ea typeface="Calibri" pitchFamily="34" charset="-122"/>
                <a:cs typeface="Calibri" panose="020F0502020204030204" pitchFamily="34" charset="0"/>
              </a:rPr>
              <a:t>		Algorithms show us content we already agree with → creates an </a:t>
            </a:r>
            <a:r>
              <a:rPr lang="en-US" sz="2000" b="1" dirty="0">
                <a:latin typeface="Calibri" panose="020F0502020204030204" pitchFamily="34" charset="0"/>
                <a:ea typeface="Calibri" pitchFamily="34" charset="-122"/>
                <a:cs typeface="Calibri" panose="020F0502020204030204" pitchFamily="34" charset="0"/>
              </a:rPr>
              <a:t>echo chamber.</a:t>
            </a:r>
          </a:p>
          <a:p>
            <a:endParaRPr lang="en-US" sz="2000" b="1" dirty="0">
              <a:latin typeface="Calibri" panose="020F0502020204030204" pitchFamily="34" charset="0"/>
              <a:ea typeface="Calibri" pitchFamily="34" charset="-122"/>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itchFamily="34" charset="-122"/>
                <a:cs typeface="Calibri" panose="020F0502020204030204" pitchFamily="34" charset="0"/>
              </a:rPr>
              <a:t>		Likes &amp; followers create social validation — we post what gets approved.</a:t>
            </a:r>
          </a:p>
          <a:p>
            <a:endParaRPr lang="en-US" sz="2000" dirty="0">
              <a:latin typeface="Calibri" panose="020F0502020204030204" pitchFamily="34" charset="0"/>
              <a:ea typeface="Calibri" pitchFamily="34" charset="-122"/>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itchFamily="34" charset="-122"/>
                <a:cs typeface="Calibri" panose="020F0502020204030204" pitchFamily="34" charset="0"/>
              </a:rPr>
              <a:t>		Influencers shape opinions on fashion, politics, health, and lifestyle choices.</a:t>
            </a:r>
            <a:endParaRPr lang="en-US" sz="2000" dirty="0">
              <a:latin typeface="Calibri" panose="020F0502020204030204" pitchFamily="34" charset="0"/>
              <a:cs typeface="Calibri" panose="020F0502020204030204" pitchFamily="34" charset="0"/>
            </a:endParaRPr>
          </a:p>
        </p:txBody>
      </p:sp>
      <p:pic>
        <p:nvPicPr>
          <p:cNvPr id="35" name="Graphic 34" descr="Connections">
            <a:extLst>
              <a:ext uri="{FF2B5EF4-FFF2-40B4-BE49-F238E27FC236}">
                <a16:creationId xmlns:a16="http://schemas.microsoft.com/office/drawing/2014/main" id="{E5013DA3-E107-EC78-D873-04257E9E101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37891" y="4765938"/>
            <a:ext cx="645954" cy="645954"/>
          </a:xfrm>
          <a:prstGeom prst="rect">
            <a:avLst/>
          </a:prstGeom>
        </p:spPr>
      </p:pic>
      <p:pic>
        <p:nvPicPr>
          <p:cNvPr id="37" name="Graphic 36" descr="Social network">
            <a:extLst>
              <a:ext uri="{FF2B5EF4-FFF2-40B4-BE49-F238E27FC236}">
                <a16:creationId xmlns:a16="http://schemas.microsoft.com/office/drawing/2014/main" id="{B131C9A2-7929-D96F-E7C1-E1BCDA6F7AD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87805" y="5592147"/>
            <a:ext cx="645953" cy="645953"/>
          </a:xfrm>
          <a:prstGeom prst="rect">
            <a:avLst/>
          </a:prstGeom>
        </p:spPr>
      </p:pic>
      <p:pic>
        <p:nvPicPr>
          <p:cNvPr id="39" name="Graphic 38" descr="Circles with arrows">
            <a:extLst>
              <a:ext uri="{FF2B5EF4-FFF2-40B4-BE49-F238E27FC236}">
                <a16:creationId xmlns:a16="http://schemas.microsoft.com/office/drawing/2014/main" id="{04188A15-2D48-2451-A6F3-B4E7CA19FD2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87805" y="3816997"/>
            <a:ext cx="596040" cy="596040"/>
          </a:xfrm>
          <a:prstGeom prst="rect">
            <a:avLst/>
          </a:prstGeom>
        </p:spPr>
      </p:pic>
      <p:grpSp>
        <p:nvGrpSpPr>
          <p:cNvPr id="19" name="Group 18">
            <a:extLst>
              <a:ext uri="{FF2B5EF4-FFF2-40B4-BE49-F238E27FC236}">
                <a16:creationId xmlns:a16="http://schemas.microsoft.com/office/drawing/2014/main" id="{28C2D98C-A34A-BDB2-84E9-A87677834FE1}"/>
              </a:ext>
            </a:extLst>
          </p:cNvPr>
          <p:cNvGrpSpPr/>
          <p:nvPr/>
        </p:nvGrpSpPr>
        <p:grpSpPr>
          <a:xfrm>
            <a:off x="-4530091" y="8261213"/>
            <a:ext cx="9829801" cy="5130962"/>
            <a:chOff x="1032510" y="1272123"/>
            <a:chExt cx="8549812" cy="3732452"/>
          </a:xfrm>
        </p:grpSpPr>
        <p:sp>
          <p:nvSpPr>
            <p:cNvPr id="20" name="Shape 2">
              <a:extLst>
                <a:ext uri="{FF2B5EF4-FFF2-40B4-BE49-F238E27FC236}">
                  <a16:creationId xmlns:a16="http://schemas.microsoft.com/office/drawing/2014/main" id="{53A39886-4B93-8642-4B84-1633B21348F7}"/>
                </a:ext>
              </a:extLst>
            </p:cNvPr>
            <p:cNvSpPr/>
            <p:nvPr/>
          </p:nvSpPr>
          <p:spPr>
            <a:xfrm>
              <a:off x="5650402" y="1438415"/>
              <a:ext cx="3931920" cy="3566160"/>
            </a:xfrm>
            <a:prstGeom prst="rect">
              <a:avLst/>
            </a:prstGeom>
            <a:solidFill>
              <a:srgbClr val="FFFFFF"/>
            </a:solidFill>
            <a:ln w="12700">
              <a:solidFill>
                <a:schemeClr val="accent5"/>
              </a:solidFill>
              <a:prstDash val="solid"/>
            </a:ln>
            <a:effectLst>
              <a:outerShdw blurRad="76200" dist="25400" dir="8100000" algn="bl" rotWithShape="0">
                <a:srgbClr val="000000">
                  <a:alpha val="10000"/>
                </a:srgbClr>
              </a:outerShdw>
            </a:effectLst>
          </p:spPr>
        </p:sp>
        <p:sp>
          <p:nvSpPr>
            <p:cNvPr id="26" name="Shape 3">
              <a:extLst>
                <a:ext uri="{FF2B5EF4-FFF2-40B4-BE49-F238E27FC236}">
                  <a16:creationId xmlns:a16="http://schemas.microsoft.com/office/drawing/2014/main" id="{27137564-B6EC-6FBB-5D6A-9BC6CB4DCC5D}"/>
                </a:ext>
              </a:extLst>
            </p:cNvPr>
            <p:cNvSpPr/>
            <p:nvPr/>
          </p:nvSpPr>
          <p:spPr>
            <a:xfrm>
              <a:off x="1032510" y="1272123"/>
              <a:ext cx="3931920" cy="54864"/>
            </a:xfrm>
            <a:prstGeom prst="rect">
              <a:avLst/>
            </a:prstGeom>
            <a:solidFill>
              <a:srgbClr val="E94560"/>
            </a:solidFill>
            <a:ln w="12700">
              <a:solidFill>
                <a:schemeClr val="accent5"/>
              </a:solidFill>
              <a:prstDash val="solid"/>
            </a:ln>
          </p:spPr>
        </p:sp>
      </p:grpSp>
      <p:grpSp>
        <p:nvGrpSpPr>
          <p:cNvPr id="30" name="Group 29">
            <a:extLst>
              <a:ext uri="{FF2B5EF4-FFF2-40B4-BE49-F238E27FC236}">
                <a16:creationId xmlns:a16="http://schemas.microsoft.com/office/drawing/2014/main" id="{542060D6-D4DD-4676-6485-3C4C81FA0073}"/>
              </a:ext>
            </a:extLst>
          </p:cNvPr>
          <p:cNvGrpSpPr/>
          <p:nvPr/>
        </p:nvGrpSpPr>
        <p:grpSpPr>
          <a:xfrm>
            <a:off x="9137464" y="8784458"/>
            <a:ext cx="4643989" cy="4911887"/>
            <a:chOff x="5264092" y="1272123"/>
            <a:chExt cx="3931920" cy="3594735"/>
          </a:xfrm>
        </p:grpSpPr>
        <p:sp>
          <p:nvSpPr>
            <p:cNvPr id="34" name="Shape 6">
              <a:extLst>
                <a:ext uri="{FF2B5EF4-FFF2-40B4-BE49-F238E27FC236}">
                  <a16:creationId xmlns:a16="http://schemas.microsoft.com/office/drawing/2014/main" id="{676D6C2C-7E89-FD0D-E8CA-6E6E2D10B8A6}"/>
                </a:ext>
              </a:extLst>
            </p:cNvPr>
            <p:cNvSpPr/>
            <p:nvPr/>
          </p:nvSpPr>
          <p:spPr>
            <a:xfrm>
              <a:off x="5264092" y="1300698"/>
              <a:ext cx="3931920" cy="3566160"/>
            </a:xfrm>
            <a:prstGeom prst="rect">
              <a:avLst/>
            </a:prstGeom>
            <a:solidFill>
              <a:srgbClr val="FFFFFF"/>
            </a:solidFill>
            <a:ln w="12700">
              <a:solidFill>
                <a:srgbClr val="DDDDDD"/>
              </a:solidFill>
              <a:prstDash val="solid"/>
            </a:ln>
            <a:effectLst>
              <a:outerShdw blurRad="76200" dist="25400" dir="8100000" algn="bl" rotWithShape="0">
                <a:srgbClr val="000000">
                  <a:alpha val="10000"/>
                </a:srgbClr>
              </a:outerShdw>
            </a:effectLst>
          </p:spPr>
        </p:sp>
        <p:sp>
          <p:nvSpPr>
            <p:cNvPr id="36" name="Shape 7">
              <a:extLst>
                <a:ext uri="{FF2B5EF4-FFF2-40B4-BE49-F238E27FC236}">
                  <a16:creationId xmlns:a16="http://schemas.microsoft.com/office/drawing/2014/main" id="{69579D52-2E06-E4B1-A049-683F25454CE4}"/>
                </a:ext>
              </a:extLst>
            </p:cNvPr>
            <p:cNvSpPr/>
            <p:nvPr/>
          </p:nvSpPr>
          <p:spPr>
            <a:xfrm>
              <a:off x="5264092" y="1272123"/>
              <a:ext cx="3931920" cy="54864"/>
            </a:xfrm>
            <a:prstGeom prst="rect">
              <a:avLst/>
            </a:prstGeom>
            <a:solidFill>
              <a:srgbClr val="2ECC71"/>
            </a:solidFill>
            <a:ln w="12700">
              <a:solidFill>
                <a:srgbClr val="2ECC71"/>
              </a:solidFill>
              <a:prstDash val="solid"/>
            </a:ln>
          </p:spPr>
        </p:sp>
      </p:grpSp>
      <p:sp>
        <p:nvSpPr>
          <p:cNvPr id="38" name="TextBox 37">
            <a:extLst>
              <a:ext uri="{FF2B5EF4-FFF2-40B4-BE49-F238E27FC236}">
                <a16:creationId xmlns:a16="http://schemas.microsoft.com/office/drawing/2014/main" id="{A50591F3-2254-079F-67E0-50E709495BCA}"/>
              </a:ext>
            </a:extLst>
          </p:cNvPr>
          <p:cNvSpPr txBox="1"/>
          <p:nvPr/>
        </p:nvSpPr>
        <p:spPr>
          <a:xfrm>
            <a:off x="-5955031" y="6839508"/>
            <a:ext cx="2964979" cy="754053"/>
          </a:xfrm>
          <a:prstGeom prst="rect">
            <a:avLst/>
          </a:prstGeom>
          <a:noFill/>
        </p:spPr>
        <p:txBody>
          <a:bodyPr wrap="none" rtlCol="0">
            <a:spAutoFit/>
          </a:bodyPr>
          <a:lstStyle/>
          <a:p>
            <a:r>
              <a:rPr lang="en-US" sz="2500" b="1" dirty="0">
                <a:solidFill>
                  <a:srgbClr val="1A1A2E"/>
                </a:solidFill>
                <a:latin typeface="Calibri" panose="020F0502020204030204" pitchFamily="34" charset="0"/>
                <a:ea typeface="Calibri" pitchFamily="34" charset="-122"/>
                <a:cs typeface="Calibri" panose="020F0502020204030204" pitchFamily="34" charset="0"/>
              </a:rPr>
              <a:t>Direct Peer Influence</a:t>
            </a:r>
            <a:endParaRPr lang="en-US" sz="2500" dirty="0">
              <a:latin typeface="Calibri" panose="020F0502020204030204" pitchFamily="34" charset="0"/>
              <a:cs typeface="Calibri" panose="020F0502020204030204" pitchFamily="34" charset="0"/>
            </a:endParaRPr>
          </a:p>
          <a:p>
            <a:endParaRPr lang="en-IN" dirty="0"/>
          </a:p>
        </p:txBody>
      </p:sp>
      <p:sp>
        <p:nvSpPr>
          <p:cNvPr id="40" name="TextBox 39">
            <a:extLst>
              <a:ext uri="{FF2B5EF4-FFF2-40B4-BE49-F238E27FC236}">
                <a16:creationId xmlns:a16="http://schemas.microsoft.com/office/drawing/2014/main" id="{7ADDB901-CA87-4713-3BD2-8B5FFACBC8BF}"/>
              </a:ext>
            </a:extLst>
          </p:cNvPr>
          <p:cNvSpPr txBox="1"/>
          <p:nvPr/>
        </p:nvSpPr>
        <p:spPr>
          <a:xfrm>
            <a:off x="-8916906" y="8168693"/>
            <a:ext cx="4386815" cy="2657138"/>
          </a:xfrm>
          <a:prstGeom prst="rect">
            <a:avLst/>
          </a:prstGeom>
          <a:noFill/>
        </p:spPr>
        <p:txBody>
          <a:bodyPr wrap="square" rtlCol="0">
            <a:spAutoFit/>
          </a:bodyPr>
          <a:lstStyle/>
          <a:p>
            <a:pPr>
              <a:spcAft>
                <a:spcPts val="800"/>
              </a:spcAft>
            </a:pPr>
            <a:r>
              <a:rPr lang="en-US" sz="2000" dirty="0">
                <a:solidFill>
                  <a:srgbClr val="444444"/>
                </a:solidFill>
                <a:latin typeface="Calibri" panose="020F0502020204030204" pitchFamily="34" charset="0"/>
                <a:ea typeface="Calibri" pitchFamily="34" charset="-122"/>
                <a:cs typeface="Calibri" panose="020F0502020204030204" pitchFamily="34" charset="0"/>
              </a:rPr>
              <a:t>• Dressing like your friend  group.</a:t>
            </a:r>
          </a:p>
          <a:p>
            <a:pPr>
              <a:spcAft>
                <a:spcPts val="800"/>
              </a:spcAft>
            </a:pPr>
            <a:r>
              <a:rPr lang="en-US" sz="2000" dirty="0">
                <a:solidFill>
                  <a:srgbClr val="444444"/>
                </a:solidFill>
                <a:latin typeface="Calibri" panose="020F0502020204030204" pitchFamily="34" charset="0"/>
                <a:ea typeface="Calibri" pitchFamily="34" charset="-122"/>
                <a:cs typeface="Calibri" panose="020F0502020204030204" pitchFamily="34" charset="0"/>
              </a:rPr>
              <a:t>• Picking the same career as peers.</a:t>
            </a:r>
            <a:endParaRPr lang="en-US" sz="2000" dirty="0">
              <a:latin typeface="Calibri" panose="020F0502020204030204" pitchFamily="34" charset="0"/>
              <a:cs typeface="Calibri" panose="020F0502020204030204" pitchFamily="34" charset="0"/>
            </a:endParaRPr>
          </a:p>
          <a:p>
            <a:pPr>
              <a:spcAft>
                <a:spcPts val="800"/>
              </a:spcAft>
            </a:pPr>
            <a:r>
              <a:rPr lang="en-US" sz="2000" dirty="0">
                <a:solidFill>
                  <a:srgbClr val="444444"/>
                </a:solidFill>
                <a:latin typeface="Calibri" panose="020F0502020204030204" pitchFamily="34" charset="0"/>
                <a:ea typeface="Calibri" pitchFamily="34" charset="-122"/>
                <a:cs typeface="Calibri" panose="020F0502020204030204" pitchFamily="34" charset="0"/>
              </a:rPr>
              <a:t>• Watching shows because 'everyone does’.</a:t>
            </a:r>
            <a:endParaRPr lang="en-US" sz="2000" dirty="0">
              <a:latin typeface="Calibri" panose="020F0502020204030204" pitchFamily="34" charset="0"/>
              <a:cs typeface="Calibri" panose="020F0502020204030204" pitchFamily="34" charset="0"/>
            </a:endParaRPr>
          </a:p>
          <a:p>
            <a:pPr>
              <a:spcAft>
                <a:spcPts val="800"/>
              </a:spcAft>
            </a:pPr>
            <a:r>
              <a:rPr lang="en-US" sz="2000" dirty="0">
                <a:solidFill>
                  <a:srgbClr val="444444"/>
                </a:solidFill>
                <a:latin typeface="Calibri" panose="020F0502020204030204" pitchFamily="34" charset="0"/>
                <a:ea typeface="Calibri" pitchFamily="34" charset="-122"/>
                <a:cs typeface="Calibri" panose="020F0502020204030204" pitchFamily="34" charset="0"/>
              </a:rPr>
              <a:t>• Changing opinion to fit the group.</a:t>
            </a:r>
            <a:endParaRPr lang="en-US" sz="2000" dirty="0">
              <a:latin typeface="Calibri" panose="020F0502020204030204" pitchFamily="34" charset="0"/>
              <a:cs typeface="Calibri" panose="020F0502020204030204" pitchFamily="34" charset="0"/>
            </a:endParaRPr>
          </a:p>
          <a:p>
            <a:pPr>
              <a:spcAft>
                <a:spcPts val="800"/>
              </a:spcAft>
            </a:pPr>
            <a:r>
              <a:rPr lang="en-US" sz="2000" dirty="0">
                <a:solidFill>
                  <a:srgbClr val="444444"/>
                </a:solidFill>
                <a:latin typeface="Calibri" panose="020F0502020204030204" pitchFamily="34" charset="0"/>
                <a:ea typeface="Calibri" pitchFamily="34" charset="-122"/>
                <a:cs typeface="Calibri" panose="020F0502020204030204" pitchFamily="34" charset="0"/>
              </a:rPr>
              <a:t>• Avoiding unpopular views to stay accepted.</a:t>
            </a:r>
            <a:endParaRPr lang="en-US" sz="2000" dirty="0">
              <a:latin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B38CDE75-3E49-582C-FEA5-5D52659CA9E0}"/>
              </a:ext>
            </a:extLst>
          </p:cNvPr>
          <p:cNvSpPr txBox="1"/>
          <p:nvPr/>
        </p:nvSpPr>
        <p:spPr>
          <a:xfrm>
            <a:off x="8497819" y="7740240"/>
            <a:ext cx="3278333" cy="477054"/>
          </a:xfrm>
          <a:prstGeom prst="rect">
            <a:avLst/>
          </a:prstGeom>
          <a:noFill/>
        </p:spPr>
        <p:txBody>
          <a:bodyPr wrap="none" rtlCol="0">
            <a:spAutoFit/>
          </a:bodyPr>
          <a:lstStyle/>
          <a:p>
            <a:r>
              <a:rPr lang="en-US" sz="2500" b="1" dirty="0">
                <a:solidFill>
                  <a:srgbClr val="1A1A2E"/>
                </a:solidFill>
                <a:latin typeface="Calibri" pitchFamily="34" charset="0"/>
                <a:ea typeface="Calibri" pitchFamily="34" charset="-122"/>
                <a:cs typeface="Calibri" pitchFamily="34" charset="-120"/>
              </a:rPr>
              <a:t>Not All Influence Is Bad</a:t>
            </a:r>
            <a:endParaRPr lang="en-US" sz="2500" dirty="0"/>
          </a:p>
        </p:txBody>
      </p:sp>
      <p:sp>
        <p:nvSpPr>
          <p:cNvPr id="42" name="TextBox 41">
            <a:extLst>
              <a:ext uri="{FF2B5EF4-FFF2-40B4-BE49-F238E27FC236}">
                <a16:creationId xmlns:a16="http://schemas.microsoft.com/office/drawing/2014/main" id="{BCA7CC9A-A988-FBA5-CC70-43DA2B9F5D25}"/>
              </a:ext>
            </a:extLst>
          </p:cNvPr>
          <p:cNvSpPr txBox="1"/>
          <p:nvPr/>
        </p:nvSpPr>
        <p:spPr>
          <a:xfrm>
            <a:off x="14276974" y="9205205"/>
            <a:ext cx="3967714" cy="400110"/>
          </a:xfrm>
          <a:prstGeom prst="rect">
            <a:avLst/>
          </a:prstGeom>
          <a:noFill/>
        </p:spPr>
        <p:txBody>
          <a:bodyPr wrap="square" rtlCol="0">
            <a:spAutoFit/>
          </a:bodyPr>
          <a:lstStyle/>
          <a:p>
            <a:r>
              <a:rPr lang="en-US" sz="2000" b="1" dirty="0">
                <a:solidFill>
                  <a:srgbClr val="2ECC71"/>
                </a:solidFill>
                <a:latin typeface="Calibri" pitchFamily="34" charset="0"/>
                <a:ea typeface="Calibri" pitchFamily="34" charset="-122"/>
                <a:cs typeface="Calibri" pitchFamily="34" charset="-120"/>
              </a:rPr>
              <a:t>✅ Positive Influence:</a:t>
            </a:r>
            <a:endParaRPr lang="en-US" sz="2000" dirty="0"/>
          </a:p>
        </p:txBody>
      </p:sp>
      <p:sp>
        <p:nvSpPr>
          <p:cNvPr id="43" name="TextBox 42">
            <a:extLst>
              <a:ext uri="{FF2B5EF4-FFF2-40B4-BE49-F238E27FC236}">
                <a16:creationId xmlns:a16="http://schemas.microsoft.com/office/drawing/2014/main" id="{4AFB7C85-91C5-61CA-8C33-9E3938F5CCAA}"/>
              </a:ext>
            </a:extLst>
          </p:cNvPr>
          <p:cNvSpPr txBox="1"/>
          <p:nvPr/>
        </p:nvSpPr>
        <p:spPr>
          <a:xfrm>
            <a:off x="18917542" y="11640793"/>
            <a:ext cx="3967714" cy="400110"/>
          </a:xfrm>
          <a:prstGeom prst="rect">
            <a:avLst/>
          </a:prstGeom>
          <a:noFill/>
        </p:spPr>
        <p:txBody>
          <a:bodyPr wrap="square" rtlCol="0">
            <a:spAutoFit/>
          </a:bodyPr>
          <a:lstStyle/>
          <a:p>
            <a:r>
              <a:rPr lang="en-US" sz="2000" b="1" dirty="0">
                <a:solidFill>
                  <a:srgbClr val="E94560"/>
                </a:solidFill>
                <a:latin typeface="Calibri" pitchFamily="34" charset="0"/>
                <a:ea typeface="Calibri" pitchFamily="34" charset="-122"/>
                <a:cs typeface="Calibri" pitchFamily="34" charset="-120"/>
              </a:rPr>
              <a:t>⚠️ Negative Influence:</a:t>
            </a:r>
            <a:endParaRPr lang="en-US" sz="2000" dirty="0"/>
          </a:p>
        </p:txBody>
      </p:sp>
      <p:sp>
        <p:nvSpPr>
          <p:cNvPr id="44" name="Text 10">
            <a:extLst>
              <a:ext uri="{FF2B5EF4-FFF2-40B4-BE49-F238E27FC236}">
                <a16:creationId xmlns:a16="http://schemas.microsoft.com/office/drawing/2014/main" id="{DB845DC0-512A-0688-51C5-F094E2054AC3}"/>
              </a:ext>
            </a:extLst>
          </p:cNvPr>
          <p:cNvSpPr/>
          <p:nvPr/>
        </p:nvSpPr>
        <p:spPr>
          <a:xfrm>
            <a:off x="14843619" y="9933042"/>
            <a:ext cx="4073923" cy="1368753"/>
          </a:xfrm>
          <a:prstGeom prst="rect">
            <a:avLst/>
          </a:prstGeom>
          <a:noFill/>
          <a:ln/>
        </p:spPr>
        <p:txBody>
          <a:bodyPr wrap="square" lIns="0" tIns="0" rIns="0" bIns="0" rtlCol="0" anchor="ctr"/>
          <a:lstStyle/>
          <a:p>
            <a:pPr marL="0" indent="0">
              <a:spcAft>
                <a:spcPts val="500"/>
              </a:spcAft>
              <a:buNone/>
            </a:pPr>
            <a:r>
              <a:rPr lang="en-US" sz="2000" dirty="0">
                <a:solidFill>
                  <a:srgbClr val="444444"/>
                </a:solidFill>
                <a:latin typeface="Calibri" panose="020F0502020204030204" pitchFamily="34" charset="0"/>
                <a:ea typeface="Calibri" pitchFamily="34" charset="-122"/>
                <a:cs typeface="Calibri" panose="020F0502020204030204" pitchFamily="34" charset="0"/>
              </a:rPr>
              <a:t>	 Friends motivating you to study.</a:t>
            </a:r>
            <a:endParaRPr lang="en-US" sz="2000" dirty="0">
              <a:latin typeface="Calibri" panose="020F0502020204030204" pitchFamily="34" charset="0"/>
              <a:cs typeface="Calibri" panose="020F0502020204030204" pitchFamily="34" charset="0"/>
            </a:endParaRPr>
          </a:p>
          <a:p>
            <a:pPr marL="0" indent="0">
              <a:spcAft>
                <a:spcPts val="500"/>
              </a:spcAft>
              <a:buNone/>
            </a:pPr>
            <a:r>
              <a:rPr lang="en-US" sz="2000" dirty="0">
                <a:solidFill>
                  <a:srgbClr val="444444"/>
                </a:solidFill>
                <a:latin typeface="Calibri" panose="020F0502020204030204" pitchFamily="34" charset="0"/>
                <a:ea typeface="Calibri" pitchFamily="34" charset="-122"/>
                <a:cs typeface="Calibri" panose="020F0502020204030204" pitchFamily="34" charset="0"/>
              </a:rPr>
              <a:t>	 Getting inspired to be healthier.</a:t>
            </a:r>
            <a:endParaRPr lang="en-US" sz="2000" dirty="0">
              <a:latin typeface="Calibri" panose="020F0502020204030204" pitchFamily="34" charset="0"/>
              <a:cs typeface="Calibri" panose="020F0502020204030204" pitchFamily="34" charset="0"/>
            </a:endParaRPr>
          </a:p>
          <a:p>
            <a:pPr marL="0" indent="0">
              <a:spcAft>
                <a:spcPts val="500"/>
              </a:spcAft>
              <a:buNone/>
            </a:pPr>
            <a:r>
              <a:rPr lang="en-US" sz="2000" dirty="0">
                <a:solidFill>
                  <a:srgbClr val="444444"/>
                </a:solidFill>
                <a:latin typeface="Calibri" panose="020F0502020204030204" pitchFamily="34" charset="0"/>
                <a:ea typeface="Calibri" pitchFamily="34" charset="-122"/>
                <a:cs typeface="Calibri" panose="020F0502020204030204" pitchFamily="34" charset="0"/>
              </a:rPr>
              <a:t>	 Learning new perspectives.</a:t>
            </a:r>
            <a:endParaRPr lang="en-US" sz="2000" dirty="0">
              <a:latin typeface="Calibri" panose="020F0502020204030204" pitchFamily="34" charset="0"/>
              <a:cs typeface="Calibri" panose="020F0502020204030204" pitchFamily="34" charset="0"/>
            </a:endParaRPr>
          </a:p>
        </p:txBody>
      </p:sp>
      <p:sp>
        <p:nvSpPr>
          <p:cNvPr id="45" name="Text 10">
            <a:extLst>
              <a:ext uri="{FF2B5EF4-FFF2-40B4-BE49-F238E27FC236}">
                <a16:creationId xmlns:a16="http://schemas.microsoft.com/office/drawing/2014/main" id="{0C8E4BA0-4D2C-4FF3-60C1-6AF2065F71C6}"/>
              </a:ext>
            </a:extLst>
          </p:cNvPr>
          <p:cNvSpPr/>
          <p:nvPr/>
        </p:nvSpPr>
        <p:spPr>
          <a:xfrm>
            <a:off x="21670681" y="13163575"/>
            <a:ext cx="4235569" cy="2000054"/>
          </a:xfrm>
          <a:prstGeom prst="rect">
            <a:avLst/>
          </a:prstGeom>
          <a:noFill/>
          <a:ln/>
        </p:spPr>
        <p:txBody>
          <a:bodyPr wrap="square" lIns="0" tIns="0" rIns="0" bIns="0" rtlCol="0" anchor="ctr"/>
          <a:lstStyle/>
          <a:p>
            <a:pPr>
              <a:spcAft>
                <a:spcPts val="500"/>
              </a:spcAft>
            </a:pPr>
            <a:r>
              <a:rPr lang="en-US" sz="2000" dirty="0">
                <a:solidFill>
                  <a:srgbClr val="444444"/>
                </a:solidFill>
                <a:latin typeface="Calibri" pitchFamily="34" charset="0"/>
                <a:ea typeface="Calibri" pitchFamily="34" charset="-122"/>
                <a:cs typeface="Calibri" pitchFamily="34" charset="-120"/>
              </a:rPr>
              <a:t>	 Skipping class because others do</a:t>
            </a:r>
            <a:endParaRPr lang="en-US" sz="2000" dirty="0"/>
          </a:p>
          <a:p>
            <a:pPr>
              <a:spcAft>
                <a:spcPts val="500"/>
              </a:spcAft>
            </a:pPr>
            <a:r>
              <a:rPr lang="en-US" sz="2000" dirty="0">
                <a:solidFill>
                  <a:srgbClr val="444444"/>
                </a:solidFill>
                <a:latin typeface="Calibri" pitchFamily="34" charset="0"/>
                <a:ea typeface="Calibri" pitchFamily="34" charset="-122"/>
                <a:cs typeface="Calibri" pitchFamily="34" charset="-120"/>
              </a:rPr>
              <a:t>	 Peer pressure to fit in at any cost</a:t>
            </a:r>
            <a:endParaRPr lang="en-US" sz="2000" dirty="0"/>
          </a:p>
          <a:p>
            <a:pPr>
              <a:spcAft>
                <a:spcPts val="500"/>
              </a:spcAft>
            </a:pPr>
            <a:r>
              <a:rPr lang="en-US" sz="2000" dirty="0">
                <a:solidFill>
                  <a:srgbClr val="444444"/>
                </a:solidFill>
                <a:latin typeface="Calibri" pitchFamily="34" charset="0"/>
                <a:ea typeface="Calibri" pitchFamily="34" charset="-122"/>
                <a:cs typeface="Calibri" pitchFamily="34" charset="-120"/>
              </a:rPr>
              <a:t>	 Losing your own identity gradually</a:t>
            </a:r>
            <a:endParaRPr lang="en-US" sz="2000" dirty="0"/>
          </a:p>
        </p:txBody>
      </p:sp>
      <p:pic>
        <p:nvPicPr>
          <p:cNvPr id="46" name="Graphic 45" descr="Shirt">
            <a:extLst>
              <a:ext uri="{FF2B5EF4-FFF2-40B4-BE49-F238E27FC236}">
                <a16:creationId xmlns:a16="http://schemas.microsoft.com/office/drawing/2014/main" id="{66F5DA05-5C66-C6FD-BFF0-46AD92004F9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16527" y="11544607"/>
            <a:ext cx="803157" cy="803157"/>
          </a:xfrm>
          <a:prstGeom prst="rect">
            <a:avLst/>
          </a:prstGeom>
        </p:spPr>
      </p:pic>
      <p:pic>
        <p:nvPicPr>
          <p:cNvPr id="47" name="Graphic 46" descr="Briefcase">
            <a:extLst>
              <a:ext uri="{FF2B5EF4-FFF2-40B4-BE49-F238E27FC236}">
                <a16:creationId xmlns:a16="http://schemas.microsoft.com/office/drawing/2014/main" id="{E1DDEB2E-7C97-291C-26A8-B00FB3E1A9DD}"/>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125078" y="12733377"/>
            <a:ext cx="803157" cy="803157"/>
          </a:xfrm>
          <a:prstGeom prst="rect">
            <a:avLst/>
          </a:prstGeom>
        </p:spPr>
      </p:pic>
      <p:pic>
        <p:nvPicPr>
          <p:cNvPr id="48" name="Graphic 47" descr="Television">
            <a:extLst>
              <a:ext uri="{FF2B5EF4-FFF2-40B4-BE49-F238E27FC236}">
                <a16:creationId xmlns:a16="http://schemas.microsoft.com/office/drawing/2014/main" id="{3C0A4BC4-8AB7-3BE0-BC7A-CA1E408A7C00}"/>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016527" y="13882367"/>
            <a:ext cx="803157" cy="803157"/>
          </a:xfrm>
          <a:prstGeom prst="rect">
            <a:avLst/>
          </a:prstGeom>
        </p:spPr>
      </p:pic>
      <p:pic>
        <p:nvPicPr>
          <p:cNvPr id="49" name="Graphic 48" descr="Group of people">
            <a:extLst>
              <a:ext uri="{FF2B5EF4-FFF2-40B4-BE49-F238E27FC236}">
                <a16:creationId xmlns:a16="http://schemas.microsoft.com/office/drawing/2014/main" id="{AC6E2833-01FB-6B11-2653-C8D3CF080BA3}"/>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811223" y="14685524"/>
            <a:ext cx="686145" cy="686145"/>
          </a:xfrm>
          <a:prstGeom prst="rect">
            <a:avLst/>
          </a:prstGeom>
        </p:spPr>
      </p:pic>
      <p:pic>
        <p:nvPicPr>
          <p:cNvPr id="50" name="Graphic 49" descr="Classroom">
            <a:extLst>
              <a:ext uri="{FF2B5EF4-FFF2-40B4-BE49-F238E27FC236}">
                <a16:creationId xmlns:a16="http://schemas.microsoft.com/office/drawing/2014/main" id="{A8328A5F-BCB0-A70C-E7C3-A191E63C1B08}"/>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8917542" y="12511863"/>
            <a:ext cx="502039" cy="502039"/>
          </a:xfrm>
          <a:prstGeom prst="rect">
            <a:avLst/>
          </a:prstGeom>
        </p:spPr>
      </p:pic>
      <p:pic>
        <p:nvPicPr>
          <p:cNvPr id="51" name="Graphic 50" descr="Group brainstorm">
            <a:extLst>
              <a:ext uri="{FF2B5EF4-FFF2-40B4-BE49-F238E27FC236}">
                <a16:creationId xmlns:a16="http://schemas.microsoft.com/office/drawing/2014/main" id="{FCD5A23E-79F7-BB3B-DFAB-685E9B3360F4}"/>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9042279" y="13163575"/>
            <a:ext cx="457200" cy="457200"/>
          </a:xfrm>
          <a:prstGeom prst="rect">
            <a:avLst/>
          </a:prstGeom>
        </p:spPr>
      </p:pic>
      <p:pic>
        <p:nvPicPr>
          <p:cNvPr id="52" name="Graphic 51" descr="Employee badge">
            <a:extLst>
              <a:ext uri="{FF2B5EF4-FFF2-40B4-BE49-F238E27FC236}">
                <a16:creationId xmlns:a16="http://schemas.microsoft.com/office/drawing/2014/main" id="{57DE580F-E482-2809-9FFA-4B4740382686}"/>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9042279" y="13851716"/>
            <a:ext cx="464520" cy="464520"/>
          </a:xfrm>
          <a:prstGeom prst="rect">
            <a:avLst/>
          </a:prstGeom>
        </p:spPr>
      </p:pic>
      <p:pic>
        <p:nvPicPr>
          <p:cNvPr id="53" name="Graphic 52" descr="Books">
            <a:extLst>
              <a:ext uri="{FF2B5EF4-FFF2-40B4-BE49-F238E27FC236}">
                <a16:creationId xmlns:a16="http://schemas.microsoft.com/office/drawing/2014/main" id="{D794BD5D-26FB-1028-E9D4-63BDBBAAAD47}"/>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8193405" y="9563232"/>
            <a:ext cx="369810" cy="369810"/>
          </a:xfrm>
          <a:prstGeom prst="rect">
            <a:avLst/>
          </a:prstGeom>
        </p:spPr>
      </p:pic>
      <p:pic>
        <p:nvPicPr>
          <p:cNvPr id="54" name="Graphic 53" descr="Dumbbell">
            <a:extLst>
              <a:ext uri="{FF2B5EF4-FFF2-40B4-BE49-F238E27FC236}">
                <a16:creationId xmlns:a16="http://schemas.microsoft.com/office/drawing/2014/main" id="{E23F75FF-3BCF-DEBE-E8A5-63CC3A28D686}"/>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7974107" y="10370004"/>
            <a:ext cx="400110" cy="400110"/>
          </a:xfrm>
          <a:prstGeom prst="rect">
            <a:avLst/>
          </a:prstGeom>
        </p:spPr>
      </p:pic>
      <p:pic>
        <p:nvPicPr>
          <p:cNvPr id="55" name="Graphic 54" descr="Telescope">
            <a:extLst>
              <a:ext uri="{FF2B5EF4-FFF2-40B4-BE49-F238E27FC236}">
                <a16:creationId xmlns:a16="http://schemas.microsoft.com/office/drawing/2014/main" id="{906D2391-945B-399E-3421-81B31BDD5759}"/>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8082624" y="11129412"/>
            <a:ext cx="415195" cy="415195"/>
          </a:xfrm>
          <a:prstGeom prst="rect">
            <a:avLst/>
          </a:prstGeom>
        </p:spPr>
      </p:pic>
      <p:sp>
        <p:nvSpPr>
          <p:cNvPr id="56" name="TextBox 55">
            <a:extLst>
              <a:ext uri="{FF2B5EF4-FFF2-40B4-BE49-F238E27FC236}">
                <a16:creationId xmlns:a16="http://schemas.microsoft.com/office/drawing/2014/main" id="{838F1B64-DE57-3976-1123-EBE5B63907AD}"/>
              </a:ext>
            </a:extLst>
          </p:cNvPr>
          <p:cNvSpPr txBox="1"/>
          <p:nvPr/>
        </p:nvSpPr>
        <p:spPr>
          <a:xfrm>
            <a:off x="14566329" y="-73658"/>
            <a:ext cx="9706503" cy="1138773"/>
          </a:xfrm>
          <a:prstGeom prst="rect">
            <a:avLst/>
          </a:prstGeom>
          <a:noFill/>
        </p:spPr>
        <p:txBody>
          <a:bodyPr wrap="none" rtlCol="0">
            <a:spAutoFit/>
          </a:bodyPr>
          <a:lstStyle/>
          <a:p>
            <a:r>
              <a:rPr lang="en-US" sz="5000" b="1" u="sng" dirty="0">
                <a:solidFill>
                  <a:schemeClr val="tx2">
                    <a:lumMod val="75000"/>
                  </a:schemeClr>
                </a:solidFill>
                <a:latin typeface="Calibri" panose="020F0502020204030204" pitchFamily="34" charset="0"/>
                <a:ea typeface="Calibri" pitchFamily="34" charset="-122"/>
                <a:cs typeface="Calibri" panose="020F0502020204030204" pitchFamily="34" charset="0"/>
              </a:rPr>
              <a:t>FAMILY, FRIENDS &amp; PEER PRESSURE</a:t>
            </a:r>
            <a:endParaRPr lang="en-US" sz="5000" b="1" u="sng" dirty="0">
              <a:solidFill>
                <a:schemeClr val="tx2">
                  <a:lumMod val="75000"/>
                </a:schemeClr>
              </a:solidFill>
              <a:latin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19659454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12F3757-2637-2833-F42F-5ADE6F1CEB9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C8D85D9-8107-7BC8-AFB2-9C06A7C602A5}"/>
              </a:ext>
            </a:extLst>
          </p:cNvPr>
          <p:cNvSpPr/>
          <p:nvPr/>
        </p:nvSpPr>
        <p:spPr>
          <a:xfrm>
            <a:off x="0" y="0"/>
            <a:ext cx="838200" cy="6858000"/>
          </a:xfrm>
          <a:prstGeom prst="rect">
            <a:avLst/>
          </a:prstGeom>
          <a:solidFill>
            <a:schemeClr val="accent2">
              <a:alpha val="8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Freeform: Shape 4">
            <a:extLst>
              <a:ext uri="{FF2B5EF4-FFF2-40B4-BE49-F238E27FC236}">
                <a16:creationId xmlns:a16="http://schemas.microsoft.com/office/drawing/2014/main" id="{78111BD4-47C6-6670-AF7A-52F01E88F2A0}"/>
              </a:ext>
            </a:extLst>
          </p:cNvPr>
          <p:cNvSpPr/>
          <p:nvPr/>
        </p:nvSpPr>
        <p:spPr>
          <a:xfrm>
            <a:off x="0" y="4561774"/>
            <a:ext cx="838200"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31F3E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6" name="Freeform: Shape 5">
            <a:extLst>
              <a:ext uri="{FF2B5EF4-FFF2-40B4-BE49-F238E27FC236}">
                <a16:creationId xmlns:a16="http://schemas.microsoft.com/office/drawing/2014/main" id="{7C1C49C2-4864-0AF9-1B46-A9B677587263}"/>
              </a:ext>
            </a:extLst>
          </p:cNvPr>
          <p:cNvSpPr/>
          <p:nvPr/>
        </p:nvSpPr>
        <p:spPr>
          <a:xfrm>
            <a:off x="2208" y="5698965"/>
            <a:ext cx="835992"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ln>
                <a:solidFill>
                  <a:schemeClr val="tx1"/>
                </a:solidFill>
              </a:ln>
            </a:endParaRPr>
          </a:p>
        </p:txBody>
      </p:sp>
      <p:sp>
        <p:nvSpPr>
          <p:cNvPr id="7" name="Freeform: Shape 6">
            <a:extLst>
              <a:ext uri="{FF2B5EF4-FFF2-40B4-BE49-F238E27FC236}">
                <a16:creationId xmlns:a16="http://schemas.microsoft.com/office/drawing/2014/main" id="{7D1AE360-2BE5-635E-DA67-00F5B0D778ED}"/>
              </a:ext>
            </a:extLst>
          </p:cNvPr>
          <p:cNvSpPr/>
          <p:nvPr/>
        </p:nvSpPr>
        <p:spPr>
          <a:xfrm>
            <a:off x="-9526" y="7822"/>
            <a:ext cx="11972925"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8" name="Freeform: Shape 7">
            <a:extLst>
              <a:ext uri="{FF2B5EF4-FFF2-40B4-BE49-F238E27FC236}">
                <a16:creationId xmlns:a16="http://schemas.microsoft.com/office/drawing/2014/main" id="{98C9DD09-0D8A-5B20-BFAD-DA2C96A53B1E}"/>
              </a:ext>
            </a:extLst>
          </p:cNvPr>
          <p:cNvSpPr/>
          <p:nvPr/>
        </p:nvSpPr>
        <p:spPr>
          <a:xfrm>
            <a:off x="-9525" y="1148522"/>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17EDB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9" name="Freeform: Shape 8">
            <a:extLst>
              <a:ext uri="{FF2B5EF4-FFF2-40B4-BE49-F238E27FC236}">
                <a16:creationId xmlns:a16="http://schemas.microsoft.com/office/drawing/2014/main" id="{D900330C-9FF8-C594-68A9-EC6624B7F55D}"/>
              </a:ext>
            </a:extLst>
          </p:cNvPr>
          <p:cNvSpPr/>
          <p:nvPr/>
        </p:nvSpPr>
        <p:spPr>
          <a:xfrm>
            <a:off x="-2209" y="2307094"/>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10" name="Freeform: Shape 9">
            <a:extLst>
              <a:ext uri="{FF2B5EF4-FFF2-40B4-BE49-F238E27FC236}">
                <a16:creationId xmlns:a16="http://schemas.microsoft.com/office/drawing/2014/main" id="{AEF1B26B-3C2B-2503-815E-3F1E834DACE0}"/>
              </a:ext>
            </a:extLst>
          </p:cNvPr>
          <p:cNvSpPr/>
          <p:nvPr/>
        </p:nvSpPr>
        <p:spPr>
          <a:xfrm>
            <a:off x="0" y="3464314"/>
            <a:ext cx="838200" cy="106958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 name="TextBox 1">
            <a:extLst>
              <a:ext uri="{FF2B5EF4-FFF2-40B4-BE49-F238E27FC236}">
                <a16:creationId xmlns:a16="http://schemas.microsoft.com/office/drawing/2014/main" id="{85EF1014-8D42-D441-49EF-2CACBB71CE50}"/>
              </a:ext>
            </a:extLst>
          </p:cNvPr>
          <p:cNvSpPr txBox="1"/>
          <p:nvPr/>
        </p:nvSpPr>
        <p:spPr>
          <a:xfrm>
            <a:off x="819150" y="133350"/>
            <a:ext cx="9706503" cy="1138773"/>
          </a:xfrm>
          <a:prstGeom prst="rect">
            <a:avLst/>
          </a:prstGeom>
          <a:noFill/>
        </p:spPr>
        <p:txBody>
          <a:bodyPr wrap="none" rtlCol="0">
            <a:spAutoFit/>
          </a:bodyPr>
          <a:lstStyle/>
          <a:p>
            <a:r>
              <a:rPr lang="en-US" sz="5000" b="1" u="sng" dirty="0">
                <a:solidFill>
                  <a:schemeClr val="tx2">
                    <a:lumMod val="75000"/>
                  </a:schemeClr>
                </a:solidFill>
                <a:latin typeface="Calibri" panose="020F0502020204030204" pitchFamily="34" charset="0"/>
                <a:ea typeface="Calibri" pitchFamily="34" charset="-122"/>
                <a:cs typeface="Calibri" panose="020F0502020204030204" pitchFamily="34" charset="0"/>
              </a:rPr>
              <a:t>FAMILY, FRIENDS &amp; PEER PRESSURE</a:t>
            </a:r>
            <a:endParaRPr lang="en-US" sz="5000" b="1" u="sng" dirty="0">
              <a:solidFill>
                <a:schemeClr val="tx2">
                  <a:lumMod val="75000"/>
                </a:schemeClr>
              </a:solidFill>
              <a:latin typeface="Calibri" panose="020F0502020204030204" pitchFamily="34" charset="0"/>
              <a:cs typeface="Calibri" panose="020F0502020204030204" pitchFamily="34" charset="0"/>
            </a:endParaRPr>
          </a:p>
          <a:p>
            <a:endParaRPr lang="en-IN" dirty="0"/>
          </a:p>
        </p:txBody>
      </p:sp>
      <p:grpSp>
        <p:nvGrpSpPr>
          <p:cNvPr id="15" name="Group 14">
            <a:extLst>
              <a:ext uri="{FF2B5EF4-FFF2-40B4-BE49-F238E27FC236}">
                <a16:creationId xmlns:a16="http://schemas.microsoft.com/office/drawing/2014/main" id="{814A2F58-BEB9-5626-9CEC-C7E5C8F602C6}"/>
              </a:ext>
            </a:extLst>
          </p:cNvPr>
          <p:cNvGrpSpPr/>
          <p:nvPr/>
        </p:nvGrpSpPr>
        <p:grpSpPr>
          <a:xfrm>
            <a:off x="1175384" y="1272123"/>
            <a:ext cx="4520566" cy="4902362"/>
            <a:chOff x="1032510" y="1272123"/>
            <a:chExt cx="3931920" cy="3566160"/>
          </a:xfrm>
        </p:grpSpPr>
        <p:sp>
          <p:nvSpPr>
            <p:cNvPr id="3" name="Shape 2">
              <a:extLst>
                <a:ext uri="{FF2B5EF4-FFF2-40B4-BE49-F238E27FC236}">
                  <a16:creationId xmlns:a16="http://schemas.microsoft.com/office/drawing/2014/main" id="{39E71548-1E83-7014-2707-982EA4E8367C}"/>
                </a:ext>
              </a:extLst>
            </p:cNvPr>
            <p:cNvSpPr/>
            <p:nvPr/>
          </p:nvSpPr>
          <p:spPr>
            <a:xfrm>
              <a:off x="1032510" y="1272123"/>
              <a:ext cx="3931920" cy="3566160"/>
            </a:xfrm>
            <a:prstGeom prst="rect">
              <a:avLst/>
            </a:prstGeom>
            <a:solidFill>
              <a:srgbClr val="FFFFFF"/>
            </a:solidFill>
            <a:ln w="12700">
              <a:solidFill>
                <a:schemeClr val="accent5"/>
              </a:solidFill>
              <a:prstDash val="solid"/>
            </a:ln>
            <a:effectLst>
              <a:outerShdw blurRad="76200" dist="25400" dir="8100000" algn="bl" rotWithShape="0">
                <a:srgbClr val="000000">
                  <a:alpha val="10000"/>
                </a:srgbClr>
              </a:outerShdw>
            </a:effectLst>
          </p:spPr>
        </p:sp>
        <p:sp>
          <p:nvSpPr>
            <p:cNvPr id="11" name="Shape 3">
              <a:extLst>
                <a:ext uri="{FF2B5EF4-FFF2-40B4-BE49-F238E27FC236}">
                  <a16:creationId xmlns:a16="http://schemas.microsoft.com/office/drawing/2014/main" id="{B728E270-B0BD-53EE-0DE6-0B270A4298A0}"/>
                </a:ext>
              </a:extLst>
            </p:cNvPr>
            <p:cNvSpPr/>
            <p:nvPr/>
          </p:nvSpPr>
          <p:spPr>
            <a:xfrm>
              <a:off x="1032510" y="1272123"/>
              <a:ext cx="3931920" cy="54864"/>
            </a:xfrm>
            <a:prstGeom prst="rect">
              <a:avLst/>
            </a:prstGeom>
            <a:solidFill>
              <a:srgbClr val="E94560"/>
            </a:solidFill>
            <a:ln w="12700">
              <a:solidFill>
                <a:schemeClr val="accent5"/>
              </a:solidFill>
              <a:prstDash val="solid"/>
            </a:ln>
          </p:spPr>
        </p:sp>
      </p:grpSp>
      <p:grpSp>
        <p:nvGrpSpPr>
          <p:cNvPr id="14" name="Group 13">
            <a:extLst>
              <a:ext uri="{FF2B5EF4-FFF2-40B4-BE49-F238E27FC236}">
                <a16:creationId xmlns:a16="http://schemas.microsoft.com/office/drawing/2014/main" id="{A348B8D3-0755-FFE9-116F-3F466A4ACA8A}"/>
              </a:ext>
            </a:extLst>
          </p:cNvPr>
          <p:cNvGrpSpPr/>
          <p:nvPr/>
        </p:nvGrpSpPr>
        <p:grpSpPr>
          <a:xfrm>
            <a:off x="6170824" y="1272123"/>
            <a:ext cx="4643989" cy="4911887"/>
            <a:chOff x="5264092" y="1272123"/>
            <a:chExt cx="3931920" cy="3594735"/>
          </a:xfrm>
        </p:grpSpPr>
        <p:sp>
          <p:nvSpPr>
            <p:cNvPr id="12" name="Shape 6">
              <a:extLst>
                <a:ext uri="{FF2B5EF4-FFF2-40B4-BE49-F238E27FC236}">
                  <a16:creationId xmlns:a16="http://schemas.microsoft.com/office/drawing/2014/main" id="{8A6A5675-2230-88FA-8DB8-630BDF91EFC4}"/>
                </a:ext>
              </a:extLst>
            </p:cNvPr>
            <p:cNvSpPr/>
            <p:nvPr/>
          </p:nvSpPr>
          <p:spPr>
            <a:xfrm>
              <a:off x="5264092" y="1300698"/>
              <a:ext cx="3931920" cy="3566160"/>
            </a:xfrm>
            <a:prstGeom prst="rect">
              <a:avLst/>
            </a:prstGeom>
            <a:solidFill>
              <a:srgbClr val="FFFFFF"/>
            </a:solidFill>
            <a:ln w="12700">
              <a:solidFill>
                <a:srgbClr val="DDDDDD"/>
              </a:solidFill>
              <a:prstDash val="solid"/>
            </a:ln>
            <a:effectLst>
              <a:outerShdw blurRad="76200" dist="25400" dir="8100000" algn="bl" rotWithShape="0">
                <a:srgbClr val="000000">
                  <a:alpha val="10000"/>
                </a:srgbClr>
              </a:outerShdw>
            </a:effectLst>
          </p:spPr>
        </p:sp>
        <p:sp>
          <p:nvSpPr>
            <p:cNvPr id="13" name="Shape 7">
              <a:extLst>
                <a:ext uri="{FF2B5EF4-FFF2-40B4-BE49-F238E27FC236}">
                  <a16:creationId xmlns:a16="http://schemas.microsoft.com/office/drawing/2014/main" id="{39B0D6B4-8F77-4FEB-DEF8-2D07D34F0E72}"/>
                </a:ext>
              </a:extLst>
            </p:cNvPr>
            <p:cNvSpPr/>
            <p:nvPr/>
          </p:nvSpPr>
          <p:spPr>
            <a:xfrm>
              <a:off x="5264092" y="1272123"/>
              <a:ext cx="3931920" cy="54864"/>
            </a:xfrm>
            <a:prstGeom prst="rect">
              <a:avLst/>
            </a:prstGeom>
            <a:solidFill>
              <a:srgbClr val="2ECC71"/>
            </a:solidFill>
            <a:ln w="12700">
              <a:solidFill>
                <a:srgbClr val="2ECC71"/>
              </a:solidFill>
              <a:prstDash val="solid"/>
            </a:ln>
          </p:spPr>
        </p:sp>
      </p:grpSp>
      <p:sp>
        <p:nvSpPr>
          <p:cNvPr id="16" name="TextBox 15">
            <a:extLst>
              <a:ext uri="{FF2B5EF4-FFF2-40B4-BE49-F238E27FC236}">
                <a16:creationId xmlns:a16="http://schemas.microsoft.com/office/drawing/2014/main" id="{B5A94A3C-921B-8461-77CF-33CA94E4B9BB}"/>
              </a:ext>
            </a:extLst>
          </p:cNvPr>
          <p:cNvSpPr txBox="1"/>
          <p:nvPr/>
        </p:nvSpPr>
        <p:spPr>
          <a:xfrm>
            <a:off x="1175385" y="1462062"/>
            <a:ext cx="2964979" cy="754053"/>
          </a:xfrm>
          <a:prstGeom prst="rect">
            <a:avLst/>
          </a:prstGeom>
          <a:noFill/>
        </p:spPr>
        <p:txBody>
          <a:bodyPr wrap="none" rtlCol="0">
            <a:spAutoFit/>
          </a:bodyPr>
          <a:lstStyle/>
          <a:p>
            <a:r>
              <a:rPr lang="en-US" sz="2500" b="1" dirty="0">
                <a:solidFill>
                  <a:srgbClr val="1A1A2E"/>
                </a:solidFill>
                <a:latin typeface="Calibri" panose="020F0502020204030204" pitchFamily="34" charset="0"/>
                <a:ea typeface="Calibri" pitchFamily="34" charset="-122"/>
                <a:cs typeface="Calibri" panose="020F0502020204030204" pitchFamily="34" charset="0"/>
              </a:rPr>
              <a:t>Direct Peer Influence</a:t>
            </a:r>
            <a:endParaRPr lang="en-US" sz="2500" dirty="0">
              <a:latin typeface="Calibri" panose="020F0502020204030204" pitchFamily="34" charset="0"/>
              <a:cs typeface="Calibri" panose="020F0502020204030204" pitchFamily="34" charset="0"/>
            </a:endParaRPr>
          </a:p>
          <a:p>
            <a:endParaRPr lang="en-IN" dirty="0"/>
          </a:p>
        </p:txBody>
      </p:sp>
      <p:sp>
        <p:nvSpPr>
          <p:cNvPr id="17" name="TextBox 16">
            <a:extLst>
              <a:ext uri="{FF2B5EF4-FFF2-40B4-BE49-F238E27FC236}">
                <a16:creationId xmlns:a16="http://schemas.microsoft.com/office/drawing/2014/main" id="{6F0EE523-F04D-5A32-0616-370C05BFA8B1}"/>
              </a:ext>
            </a:extLst>
          </p:cNvPr>
          <p:cNvSpPr txBox="1"/>
          <p:nvPr/>
        </p:nvSpPr>
        <p:spPr>
          <a:xfrm>
            <a:off x="1232934" y="1911463"/>
            <a:ext cx="4386815" cy="2657138"/>
          </a:xfrm>
          <a:prstGeom prst="rect">
            <a:avLst/>
          </a:prstGeom>
          <a:noFill/>
        </p:spPr>
        <p:txBody>
          <a:bodyPr wrap="square" rtlCol="0">
            <a:spAutoFit/>
          </a:bodyPr>
          <a:lstStyle/>
          <a:p>
            <a:pPr>
              <a:spcAft>
                <a:spcPts val="800"/>
              </a:spcAft>
            </a:pPr>
            <a:r>
              <a:rPr lang="en-US" sz="2000" dirty="0">
                <a:solidFill>
                  <a:srgbClr val="444444"/>
                </a:solidFill>
                <a:latin typeface="Calibri" panose="020F0502020204030204" pitchFamily="34" charset="0"/>
                <a:ea typeface="Calibri" pitchFamily="34" charset="-122"/>
                <a:cs typeface="Calibri" panose="020F0502020204030204" pitchFamily="34" charset="0"/>
              </a:rPr>
              <a:t>• Dressing like your friend  group.</a:t>
            </a:r>
          </a:p>
          <a:p>
            <a:pPr>
              <a:spcAft>
                <a:spcPts val="800"/>
              </a:spcAft>
            </a:pPr>
            <a:r>
              <a:rPr lang="en-US" sz="2000" dirty="0">
                <a:solidFill>
                  <a:srgbClr val="444444"/>
                </a:solidFill>
                <a:latin typeface="Calibri" panose="020F0502020204030204" pitchFamily="34" charset="0"/>
                <a:ea typeface="Calibri" pitchFamily="34" charset="-122"/>
                <a:cs typeface="Calibri" panose="020F0502020204030204" pitchFamily="34" charset="0"/>
              </a:rPr>
              <a:t>• Picking the same career as peers.</a:t>
            </a:r>
            <a:endParaRPr lang="en-US" sz="2000" dirty="0">
              <a:latin typeface="Calibri" panose="020F0502020204030204" pitchFamily="34" charset="0"/>
              <a:cs typeface="Calibri" panose="020F0502020204030204" pitchFamily="34" charset="0"/>
            </a:endParaRPr>
          </a:p>
          <a:p>
            <a:pPr>
              <a:spcAft>
                <a:spcPts val="800"/>
              </a:spcAft>
            </a:pPr>
            <a:r>
              <a:rPr lang="en-US" sz="2000" dirty="0">
                <a:solidFill>
                  <a:srgbClr val="444444"/>
                </a:solidFill>
                <a:latin typeface="Calibri" panose="020F0502020204030204" pitchFamily="34" charset="0"/>
                <a:ea typeface="Calibri" pitchFamily="34" charset="-122"/>
                <a:cs typeface="Calibri" panose="020F0502020204030204" pitchFamily="34" charset="0"/>
              </a:rPr>
              <a:t>• Watching shows because 'everyone does’.</a:t>
            </a:r>
            <a:endParaRPr lang="en-US" sz="2000" dirty="0">
              <a:latin typeface="Calibri" panose="020F0502020204030204" pitchFamily="34" charset="0"/>
              <a:cs typeface="Calibri" panose="020F0502020204030204" pitchFamily="34" charset="0"/>
            </a:endParaRPr>
          </a:p>
          <a:p>
            <a:pPr>
              <a:spcAft>
                <a:spcPts val="800"/>
              </a:spcAft>
            </a:pPr>
            <a:r>
              <a:rPr lang="en-US" sz="2000" dirty="0">
                <a:solidFill>
                  <a:srgbClr val="444444"/>
                </a:solidFill>
                <a:latin typeface="Calibri" panose="020F0502020204030204" pitchFamily="34" charset="0"/>
                <a:ea typeface="Calibri" pitchFamily="34" charset="-122"/>
                <a:cs typeface="Calibri" panose="020F0502020204030204" pitchFamily="34" charset="0"/>
              </a:rPr>
              <a:t>• Changing opinion to fit the group.</a:t>
            </a:r>
            <a:endParaRPr lang="en-US" sz="2000" dirty="0">
              <a:latin typeface="Calibri" panose="020F0502020204030204" pitchFamily="34" charset="0"/>
              <a:cs typeface="Calibri" panose="020F0502020204030204" pitchFamily="34" charset="0"/>
            </a:endParaRPr>
          </a:p>
          <a:p>
            <a:pPr>
              <a:spcAft>
                <a:spcPts val="800"/>
              </a:spcAft>
            </a:pPr>
            <a:r>
              <a:rPr lang="en-US" sz="2000" dirty="0">
                <a:solidFill>
                  <a:srgbClr val="444444"/>
                </a:solidFill>
                <a:latin typeface="Calibri" panose="020F0502020204030204" pitchFamily="34" charset="0"/>
                <a:ea typeface="Calibri" pitchFamily="34" charset="-122"/>
                <a:cs typeface="Calibri" panose="020F0502020204030204" pitchFamily="34" charset="0"/>
              </a:rPr>
              <a:t>• Avoiding unpopular views to stay accepted.</a:t>
            </a:r>
            <a:endParaRPr lang="en-US" sz="2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E5FD3C80-62DF-DDAD-5B95-EF19FBC8D0DF}"/>
              </a:ext>
            </a:extLst>
          </p:cNvPr>
          <p:cNvSpPr txBox="1"/>
          <p:nvPr/>
        </p:nvSpPr>
        <p:spPr>
          <a:xfrm>
            <a:off x="6353575" y="1478596"/>
            <a:ext cx="3278333" cy="477054"/>
          </a:xfrm>
          <a:prstGeom prst="rect">
            <a:avLst/>
          </a:prstGeom>
          <a:noFill/>
        </p:spPr>
        <p:txBody>
          <a:bodyPr wrap="none" rtlCol="0">
            <a:spAutoFit/>
          </a:bodyPr>
          <a:lstStyle/>
          <a:p>
            <a:r>
              <a:rPr lang="en-US" sz="2500" b="1" dirty="0">
                <a:solidFill>
                  <a:srgbClr val="1A1A2E"/>
                </a:solidFill>
                <a:latin typeface="Calibri" pitchFamily="34" charset="0"/>
                <a:ea typeface="Calibri" pitchFamily="34" charset="-122"/>
                <a:cs typeface="Calibri" pitchFamily="34" charset="-120"/>
              </a:rPr>
              <a:t>Not All Influence Is Bad</a:t>
            </a:r>
            <a:endParaRPr lang="en-US" sz="2500" dirty="0"/>
          </a:p>
        </p:txBody>
      </p:sp>
      <p:sp>
        <p:nvSpPr>
          <p:cNvPr id="19" name="TextBox 18">
            <a:extLst>
              <a:ext uri="{FF2B5EF4-FFF2-40B4-BE49-F238E27FC236}">
                <a16:creationId xmlns:a16="http://schemas.microsoft.com/office/drawing/2014/main" id="{9A9EDE01-BC77-B679-EA6C-306F3816E112}"/>
              </a:ext>
            </a:extLst>
          </p:cNvPr>
          <p:cNvSpPr txBox="1"/>
          <p:nvPr/>
        </p:nvSpPr>
        <p:spPr>
          <a:xfrm>
            <a:off x="6353574" y="1903922"/>
            <a:ext cx="3967714" cy="400110"/>
          </a:xfrm>
          <a:prstGeom prst="rect">
            <a:avLst/>
          </a:prstGeom>
          <a:noFill/>
        </p:spPr>
        <p:txBody>
          <a:bodyPr wrap="square" rtlCol="0">
            <a:spAutoFit/>
          </a:bodyPr>
          <a:lstStyle/>
          <a:p>
            <a:r>
              <a:rPr lang="en-US" sz="2000" b="1" dirty="0">
                <a:solidFill>
                  <a:srgbClr val="2ECC71"/>
                </a:solidFill>
                <a:latin typeface="Calibri" pitchFamily="34" charset="0"/>
                <a:ea typeface="Calibri" pitchFamily="34" charset="-122"/>
                <a:cs typeface="Calibri" pitchFamily="34" charset="-120"/>
              </a:rPr>
              <a:t>✅ Positive Influence:</a:t>
            </a:r>
            <a:endParaRPr lang="en-US" sz="2000" dirty="0"/>
          </a:p>
        </p:txBody>
      </p:sp>
      <p:sp>
        <p:nvSpPr>
          <p:cNvPr id="20" name="TextBox 19">
            <a:extLst>
              <a:ext uri="{FF2B5EF4-FFF2-40B4-BE49-F238E27FC236}">
                <a16:creationId xmlns:a16="http://schemas.microsoft.com/office/drawing/2014/main" id="{36CA750E-143C-AA88-24CE-6F3EF3EF38DD}"/>
              </a:ext>
            </a:extLst>
          </p:cNvPr>
          <p:cNvSpPr txBox="1"/>
          <p:nvPr/>
        </p:nvSpPr>
        <p:spPr>
          <a:xfrm>
            <a:off x="6411990" y="3628329"/>
            <a:ext cx="3967714" cy="400110"/>
          </a:xfrm>
          <a:prstGeom prst="rect">
            <a:avLst/>
          </a:prstGeom>
          <a:noFill/>
        </p:spPr>
        <p:txBody>
          <a:bodyPr wrap="square" rtlCol="0">
            <a:spAutoFit/>
          </a:bodyPr>
          <a:lstStyle/>
          <a:p>
            <a:r>
              <a:rPr lang="en-US" sz="2000" b="1" dirty="0">
                <a:solidFill>
                  <a:srgbClr val="FF0000"/>
                </a:solidFill>
                <a:latin typeface="Calibri" pitchFamily="34" charset="0"/>
                <a:ea typeface="Calibri" pitchFamily="34" charset="-122"/>
                <a:cs typeface="Calibri" pitchFamily="34" charset="-120"/>
              </a:rPr>
              <a:t>⚠️ Negative Influence:</a:t>
            </a:r>
            <a:endParaRPr lang="en-US" sz="2000" dirty="0">
              <a:solidFill>
                <a:srgbClr val="FF0000"/>
              </a:solidFill>
            </a:endParaRPr>
          </a:p>
        </p:txBody>
      </p:sp>
      <p:sp>
        <p:nvSpPr>
          <p:cNvPr id="21" name="Text 10">
            <a:extLst>
              <a:ext uri="{FF2B5EF4-FFF2-40B4-BE49-F238E27FC236}">
                <a16:creationId xmlns:a16="http://schemas.microsoft.com/office/drawing/2014/main" id="{112C0083-19EC-DF98-0122-F4BC3EA7BA81}"/>
              </a:ext>
            </a:extLst>
          </p:cNvPr>
          <p:cNvSpPr/>
          <p:nvPr/>
        </p:nvSpPr>
        <p:spPr>
          <a:xfrm>
            <a:off x="6508630" y="2206847"/>
            <a:ext cx="4073923" cy="1368753"/>
          </a:xfrm>
          <a:prstGeom prst="rect">
            <a:avLst/>
          </a:prstGeom>
          <a:noFill/>
          <a:ln/>
        </p:spPr>
        <p:txBody>
          <a:bodyPr wrap="square" lIns="0" tIns="0" rIns="0" bIns="0" rtlCol="0" anchor="ctr"/>
          <a:lstStyle/>
          <a:p>
            <a:pPr marL="0" indent="0">
              <a:spcAft>
                <a:spcPts val="500"/>
              </a:spcAft>
              <a:buNone/>
            </a:pPr>
            <a:r>
              <a:rPr lang="en-US" sz="2000" dirty="0">
                <a:solidFill>
                  <a:srgbClr val="444444"/>
                </a:solidFill>
                <a:latin typeface="Calibri" panose="020F0502020204030204" pitchFamily="34" charset="0"/>
                <a:ea typeface="Calibri" pitchFamily="34" charset="-122"/>
                <a:cs typeface="Calibri" panose="020F0502020204030204" pitchFamily="34" charset="0"/>
              </a:rPr>
              <a:t>	 Friends motivating you to study.</a:t>
            </a:r>
            <a:endParaRPr lang="en-US" sz="2000" dirty="0">
              <a:latin typeface="Calibri" panose="020F0502020204030204" pitchFamily="34" charset="0"/>
              <a:cs typeface="Calibri" panose="020F0502020204030204" pitchFamily="34" charset="0"/>
            </a:endParaRPr>
          </a:p>
          <a:p>
            <a:pPr marL="0" indent="0">
              <a:spcAft>
                <a:spcPts val="500"/>
              </a:spcAft>
              <a:buNone/>
            </a:pPr>
            <a:r>
              <a:rPr lang="en-US" sz="2000" dirty="0">
                <a:solidFill>
                  <a:srgbClr val="444444"/>
                </a:solidFill>
                <a:latin typeface="Calibri" panose="020F0502020204030204" pitchFamily="34" charset="0"/>
                <a:ea typeface="Calibri" pitchFamily="34" charset="-122"/>
                <a:cs typeface="Calibri" panose="020F0502020204030204" pitchFamily="34" charset="0"/>
              </a:rPr>
              <a:t>	 Getting inspired to be healthier.</a:t>
            </a:r>
            <a:endParaRPr lang="en-US" sz="2000" dirty="0">
              <a:latin typeface="Calibri" panose="020F0502020204030204" pitchFamily="34" charset="0"/>
              <a:cs typeface="Calibri" panose="020F0502020204030204" pitchFamily="34" charset="0"/>
            </a:endParaRPr>
          </a:p>
          <a:p>
            <a:pPr marL="0" indent="0">
              <a:spcAft>
                <a:spcPts val="500"/>
              </a:spcAft>
              <a:buNone/>
            </a:pPr>
            <a:r>
              <a:rPr lang="en-US" sz="2000" dirty="0">
                <a:solidFill>
                  <a:srgbClr val="444444"/>
                </a:solidFill>
                <a:latin typeface="Calibri" panose="020F0502020204030204" pitchFamily="34" charset="0"/>
                <a:ea typeface="Calibri" pitchFamily="34" charset="-122"/>
                <a:cs typeface="Calibri" panose="020F0502020204030204" pitchFamily="34" charset="0"/>
              </a:rPr>
              <a:t>	 Learning new perspectives.</a:t>
            </a:r>
            <a:endParaRPr lang="en-US" sz="2000" dirty="0">
              <a:latin typeface="Calibri" panose="020F0502020204030204" pitchFamily="34" charset="0"/>
              <a:cs typeface="Calibri" panose="020F0502020204030204" pitchFamily="34" charset="0"/>
            </a:endParaRPr>
          </a:p>
        </p:txBody>
      </p:sp>
      <p:sp>
        <p:nvSpPr>
          <p:cNvPr id="22" name="Text 10">
            <a:extLst>
              <a:ext uri="{FF2B5EF4-FFF2-40B4-BE49-F238E27FC236}">
                <a16:creationId xmlns:a16="http://schemas.microsoft.com/office/drawing/2014/main" id="{1F8454DF-333E-9B91-812F-C97C2FCBA8A3}"/>
              </a:ext>
            </a:extLst>
          </p:cNvPr>
          <p:cNvSpPr/>
          <p:nvPr/>
        </p:nvSpPr>
        <p:spPr>
          <a:xfrm>
            <a:off x="6508630" y="3730090"/>
            <a:ext cx="4235569" cy="2000054"/>
          </a:xfrm>
          <a:prstGeom prst="rect">
            <a:avLst/>
          </a:prstGeom>
          <a:noFill/>
          <a:ln/>
        </p:spPr>
        <p:txBody>
          <a:bodyPr wrap="square" lIns="0" tIns="0" rIns="0" bIns="0" rtlCol="0" anchor="ctr"/>
          <a:lstStyle/>
          <a:p>
            <a:pPr>
              <a:spcAft>
                <a:spcPts val="500"/>
              </a:spcAft>
            </a:pPr>
            <a:r>
              <a:rPr lang="en-US" sz="2000" dirty="0">
                <a:solidFill>
                  <a:srgbClr val="444444"/>
                </a:solidFill>
                <a:latin typeface="Calibri" pitchFamily="34" charset="0"/>
                <a:ea typeface="Calibri" pitchFamily="34" charset="-122"/>
                <a:cs typeface="Calibri" pitchFamily="34" charset="-120"/>
              </a:rPr>
              <a:t>	 Skipping class because others do</a:t>
            </a:r>
            <a:endParaRPr lang="en-US" sz="2000" dirty="0"/>
          </a:p>
          <a:p>
            <a:pPr>
              <a:spcAft>
                <a:spcPts val="500"/>
              </a:spcAft>
            </a:pPr>
            <a:r>
              <a:rPr lang="en-US" sz="2000" dirty="0">
                <a:solidFill>
                  <a:srgbClr val="444444"/>
                </a:solidFill>
                <a:latin typeface="Calibri" pitchFamily="34" charset="0"/>
                <a:ea typeface="Calibri" pitchFamily="34" charset="-122"/>
                <a:cs typeface="Calibri" pitchFamily="34" charset="-120"/>
              </a:rPr>
              <a:t>	 Peer pressure to fit in at any cost</a:t>
            </a:r>
            <a:endParaRPr lang="en-US" sz="2000" dirty="0"/>
          </a:p>
          <a:p>
            <a:pPr>
              <a:spcAft>
                <a:spcPts val="500"/>
              </a:spcAft>
            </a:pPr>
            <a:r>
              <a:rPr lang="en-US" sz="2000" dirty="0">
                <a:solidFill>
                  <a:srgbClr val="444444"/>
                </a:solidFill>
                <a:latin typeface="Calibri" pitchFamily="34" charset="0"/>
                <a:ea typeface="Calibri" pitchFamily="34" charset="-122"/>
                <a:cs typeface="Calibri" pitchFamily="34" charset="-120"/>
              </a:rPr>
              <a:t>	 Losing your own identity gradually</a:t>
            </a:r>
            <a:endParaRPr lang="en-US" sz="2000" dirty="0"/>
          </a:p>
        </p:txBody>
      </p:sp>
      <p:pic>
        <p:nvPicPr>
          <p:cNvPr id="24" name="Graphic 23" descr="Shirt">
            <a:extLst>
              <a:ext uri="{FF2B5EF4-FFF2-40B4-BE49-F238E27FC236}">
                <a16:creationId xmlns:a16="http://schemas.microsoft.com/office/drawing/2014/main" id="{2025FE1D-8D7C-4BC4-3046-578F07474E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13074" y="4703676"/>
            <a:ext cx="803157" cy="803157"/>
          </a:xfrm>
          <a:prstGeom prst="rect">
            <a:avLst/>
          </a:prstGeom>
        </p:spPr>
      </p:pic>
      <p:pic>
        <p:nvPicPr>
          <p:cNvPr id="26" name="Graphic 25" descr="Briefcase">
            <a:extLst>
              <a:ext uri="{FF2B5EF4-FFF2-40B4-BE49-F238E27FC236}">
                <a16:creationId xmlns:a16="http://schemas.microsoft.com/office/drawing/2014/main" id="{E1D7F394-25AF-82AA-5CF4-2753A8602D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25929" y="4719616"/>
            <a:ext cx="803157" cy="803157"/>
          </a:xfrm>
          <a:prstGeom prst="rect">
            <a:avLst/>
          </a:prstGeom>
        </p:spPr>
      </p:pic>
      <p:pic>
        <p:nvPicPr>
          <p:cNvPr id="28" name="Graphic 27" descr="Television">
            <a:extLst>
              <a:ext uri="{FF2B5EF4-FFF2-40B4-BE49-F238E27FC236}">
                <a16:creationId xmlns:a16="http://schemas.microsoft.com/office/drawing/2014/main" id="{55276B89-4939-7BE6-436C-9D1C71FE2ED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38785" y="4703675"/>
            <a:ext cx="803157" cy="803157"/>
          </a:xfrm>
          <a:prstGeom prst="rect">
            <a:avLst/>
          </a:prstGeom>
        </p:spPr>
      </p:pic>
      <p:pic>
        <p:nvPicPr>
          <p:cNvPr id="30" name="Graphic 29" descr="Group of people">
            <a:extLst>
              <a:ext uri="{FF2B5EF4-FFF2-40B4-BE49-F238E27FC236}">
                <a16:creationId xmlns:a16="http://schemas.microsoft.com/office/drawing/2014/main" id="{20E6345A-1365-A5EF-F8E1-BCF59E0E83F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08492" y="4703676"/>
            <a:ext cx="686145" cy="686145"/>
          </a:xfrm>
          <a:prstGeom prst="rect">
            <a:avLst/>
          </a:prstGeom>
        </p:spPr>
      </p:pic>
      <p:pic>
        <p:nvPicPr>
          <p:cNvPr id="32" name="Graphic 31" descr="Books">
            <a:extLst>
              <a:ext uri="{FF2B5EF4-FFF2-40B4-BE49-F238E27FC236}">
                <a16:creationId xmlns:a16="http://schemas.microsoft.com/office/drawing/2014/main" id="{717AD536-B71B-5AC0-9BAB-AB346CFE1D4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88190" y="2379462"/>
            <a:ext cx="369810" cy="369810"/>
          </a:xfrm>
          <a:prstGeom prst="rect">
            <a:avLst/>
          </a:prstGeom>
        </p:spPr>
      </p:pic>
      <p:pic>
        <p:nvPicPr>
          <p:cNvPr id="34" name="Graphic 33" descr="Dumbbell">
            <a:extLst>
              <a:ext uri="{FF2B5EF4-FFF2-40B4-BE49-F238E27FC236}">
                <a16:creationId xmlns:a16="http://schemas.microsoft.com/office/drawing/2014/main" id="{E463FF4A-E05D-F64B-6041-B2BC6AF4BBB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482595" y="2701691"/>
            <a:ext cx="400110" cy="400110"/>
          </a:xfrm>
          <a:prstGeom prst="rect">
            <a:avLst/>
          </a:prstGeom>
        </p:spPr>
      </p:pic>
      <p:pic>
        <p:nvPicPr>
          <p:cNvPr id="36" name="Graphic 35" descr="Telescope">
            <a:extLst>
              <a:ext uri="{FF2B5EF4-FFF2-40B4-BE49-F238E27FC236}">
                <a16:creationId xmlns:a16="http://schemas.microsoft.com/office/drawing/2014/main" id="{62048DB3-8D97-29C9-9F7E-85C9293B0AD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493543" y="3058644"/>
            <a:ext cx="415195" cy="415195"/>
          </a:xfrm>
          <a:prstGeom prst="rect">
            <a:avLst/>
          </a:prstGeom>
        </p:spPr>
      </p:pic>
      <p:pic>
        <p:nvPicPr>
          <p:cNvPr id="38" name="Graphic 37" descr="Classroom">
            <a:extLst>
              <a:ext uri="{FF2B5EF4-FFF2-40B4-BE49-F238E27FC236}">
                <a16:creationId xmlns:a16="http://schemas.microsoft.com/office/drawing/2014/main" id="{55629575-76A5-E1F7-7C66-D52006C0F60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431630" y="4067484"/>
            <a:ext cx="502039" cy="502039"/>
          </a:xfrm>
          <a:prstGeom prst="rect">
            <a:avLst/>
          </a:prstGeom>
        </p:spPr>
      </p:pic>
      <p:pic>
        <p:nvPicPr>
          <p:cNvPr id="40" name="Graphic 39" descr="Group brainstorm">
            <a:extLst>
              <a:ext uri="{FF2B5EF4-FFF2-40B4-BE49-F238E27FC236}">
                <a16:creationId xmlns:a16="http://schemas.microsoft.com/office/drawing/2014/main" id="{8ADF7407-A691-D7B9-426E-BA3601A90578}"/>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438016" y="4501517"/>
            <a:ext cx="457200" cy="457200"/>
          </a:xfrm>
          <a:prstGeom prst="rect">
            <a:avLst/>
          </a:prstGeom>
        </p:spPr>
      </p:pic>
      <p:pic>
        <p:nvPicPr>
          <p:cNvPr id="42" name="Graphic 41" descr="Employee badge">
            <a:extLst>
              <a:ext uri="{FF2B5EF4-FFF2-40B4-BE49-F238E27FC236}">
                <a16:creationId xmlns:a16="http://schemas.microsoft.com/office/drawing/2014/main" id="{36A3336F-C19A-D476-7717-BC5BCF9D716C}"/>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438016" y="4899897"/>
            <a:ext cx="464520" cy="464520"/>
          </a:xfrm>
          <a:prstGeom prst="rect">
            <a:avLst/>
          </a:prstGeom>
        </p:spPr>
      </p:pic>
      <p:grpSp>
        <p:nvGrpSpPr>
          <p:cNvPr id="35" name="Group 34">
            <a:extLst>
              <a:ext uri="{FF2B5EF4-FFF2-40B4-BE49-F238E27FC236}">
                <a16:creationId xmlns:a16="http://schemas.microsoft.com/office/drawing/2014/main" id="{CBF299D8-C5E5-BF25-2010-805D44FE7792}"/>
              </a:ext>
            </a:extLst>
          </p:cNvPr>
          <p:cNvGrpSpPr/>
          <p:nvPr/>
        </p:nvGrpSpPr>
        <p:grpSpPr>
          <a:xfrm>
            <a:off x="14798803" y="8820417"/>
            <a:ext cx="4977763" cy="2608200"/>
            <a:chOff x="6210303" y="4010399"/>
            <a:chExt cx="4977763" cy="2608200"/>
          </a:xfrm>
        </p:grpSpPr>
        <p:sp>
          <p:nvSpPr>
            <p:cNvPr id="37" name="Shape 14">
              <a:extLst>
                <a:ext uri="{FF2B5EF4-FFF2-40B4-BE49-F238E27FC236}">
                  <a16:creationId xmlns:a16="http://schemas.microsoft.com/office/drawing/2014/main" id="{B6DD95E5-9DE7-EE62-475C-7774F822492A}"/>
                </a:ext>
              </a:extLst>
            </p:cNvPr>
            <p:cNvSpPr/>
            <p:nvPr/>
          </p:nvSpPr>
          <p:spPr>
            <a:xfrm>
              <a:off x="6210303" y="4010399"/>
              <a:ext cx="4977763" cy="2608200"/>
            </a:xfrm>
            <a:prstGeom prst="rect">
              <a:avLst/>
            </a:prstGeom>
            <a:solidFill>
              <a:srgbClr val="462254">
                <a:alpha val="84706"/>
              </a:srgbClr>
            </a:solidFill>
            <a:ln w="12700">
              <a:solidFill>
                <a:srgbClr val="6C3483"/>
              </a:solidFill>
              <a:prstDash val="solid"/>
            </a:ln>
          </p:spPr>
        </p:sp>
        <p:sp>
          <p:nvSpPr>
            <p:cNvPr id="39" name="Shape 15">
              <a:extLst>
                <a:ext uri="{FF2B5EF4-FFF2-40B4-BE49-F238E27FC236}">
                  <a16:creationId xmlns:a16="http://schemas.microsoft.com/office/drawing/2014/main" id="{0F5B22F0-9D63-0C64-A10E-B27C2D4FCFAE}"/>
                </a:ext>
              </a:extLst>
            </p:cNvPr>
            <p:cNvSpPr/>
            <p:nvPr/>
          </p:nvSpPr>
          <p:spPr>
            <a:xfrm>
              <a:off x="6210303" y="4010399"/>
              <a:ext cx="113131" cy="2608200"/>
            </a:xfrm>
            <a:prstGeom prst="rect">
              <a:avLst/>
            </a:prstGeom>
            <a:solidFill>
              <a:srgbClr val="B984CE"/>
            </a:solidFill>
            <a:ln w="12700">
              <a:solidFill>
                <a:srgbClr val="6C3483"/>
              </a:solidFill>
              <a:prstDash val="solid"/>
            </a:ln>
          </p:spPr>
        </p:sp>
      </p:grpSp>
      <p:grpSp>
        <p:nvGrpSpPr>
          <p:cNvPr id="41" name="Group 40">
            <a:extLst>
              <a:ext uri="{FF2B5EF4-FFF2-40B4-BE49-F238E27FC236}">
                <a16:creationId xmlns:a16="http://schemas.microsoft.com/office/drawing/2014/main" id="{108C3F44-EF64-A6A2-2A22-5CC4CB48DB52}"/>
              </a:ext>
            </a:extLst>
          </p:cNvPr>
          <p:cNvGrpSpPr/>
          <p:nvPr/>
        </p:nvGrpSpPr>
        <p:grpSpPr>
          <a:xfrm>
            <a:off x="22973824" y="3372486"/>
            <a:ext cx="4977765" cy="2608201"/>
            <a:chOff x="1003934" y="4010399"/>
            <a:chExt cx="4977765" cy="2608201"/>
          </a:xfrm>
        </p:grpSpPr>
        <p:sp>
          <p:nvSpPr>
            <p:cNvPr id="43" name="Shape 10">
              <a:extLst>
                <a:ext uri="{FF2B5EF4-FFF2-40B4-BE49-F238E27FC236}">
                  <a16:creationId xmlns:a16="http://schemas.microsoft.com/office/drawing/2014/main" id="{DF4CF63B-64B4-AE10-0EB4-A55D2EF42A48}"/>
                </a:ext>
              </a:extLst>
            </p:cNvPr>
            <p:cNvSpPr/>
            <p:nvPr/>
          </p:nvSpPr>
          <p:spPr>
            <a:xfrm>
              <a:off x="1003934" y="4010399"/>
              <a:ext cx="4977765" cy="2608201"/>
            </a:xfrm>
            <a:prstGeom prst="rect">
              <a:avLst/>
            </a:prstGeom>
            <a:solidFill>
              <a:srgbClr val="07747F">
                <a:alpha val="84706"/>
              </a:srgbClr>
            </a:solidFill>
            <a:ln w="12700">
              <a:solidFill>
                <a:srgbClr val="087E8B"/>
              </a:solidFill>
              <a:prstDash val="solid"/>
            </a:ln>
          </p:spPr>
          <p:txBody>
            <a:bodyPr/>
            <a:lstStyle/>
            <a:p>
              <a:endParaRPr lang="en-IN" dirty="0"/>
            </a:p>
          </p:txBody>
        </p:sp>
        <p:sp>
          <p:nvSpPr>
            <p:cNvPr id="44" name="Shape 11">
              <a:extLst>
                <a:ext uri="{FF2B5EF4-FFF2-40B4-BE49-F238E27FC236}">
                  <a16:creationId xmlns:a16="http://schemas.microsoft.com/office/drawing/2014/main" id="{9F77CFB0-551F-885F-A2D2-EFE16B41E976}"/>
                </a:ext>
              </a:extLst>
            </p:cNvPr>
            <p:cNvSpPr/>
            <p:nvPr/>
          </p:nvSpPr>
          <p:spPr>
            <a:xfrm>
              <a:off x="1003934" y="4010399"/>
              <a:ext cx="113131" cy="2608201"/>
            </a:xfrm>
            <a:prstGeom prst="rect">
              <a:avLst/>
            </a:prstGeom>
            <a:solidFill>
              <a:srgbClr val="31E1F3"/>
            </a:solidFill>
            <a:ln w="12700">
              <a:solidFill>
                <a:srgbClr val="087E8B"/>
              </a:solidFill>
              <a:prstDash val="solid"/>
            </a:ln>
          </p:spPr>
        </p:sp>
      </p:grpSp>
      <p:grpSp>
        <p:nvGrpSpPr>
          <p:cNvPr id="45" name="Group 44">
            <a:extLst>
              <a:ext uri="{FF2B5EF4-FFF2-40B4-BE49-F238E27FC236}">
                <a16:creationId xmlns:a16="http://schemas.microsoft.com/office/drawing/2014/main" id="{C2B55774-8783-3A07-5225-A59EFA7DE27C}"/>
              </a:ext>
            </a:extLst>
          </p:cNvPr>
          <p:cNvGrpSpPr/>
          <p:nvPr/>
        </p:nvGrpSpPr>
        <p:grpSpPr>
          <a:xfrm>
            <a:off x="16588782" y="-3324317"/>
            <a:ext cx="4977765" cy="2608201"/>
            <a:chOff x="6210303" y="1268473"/>
            <a:chExt cx="4977765" cy="2608201"/>
          </a:xfrm>
        </p:grpSpPr>
        <p:sp>
          <p:nvSpPr>
            <p:cNvPr id="46" name="Shape 6">
              <a:extLst>
                <a:ext uri="{FF2B5EF4-FFF2-40B4-BE49-F238E27FC236}">
                  <a16:creationId xmlns:a16="http://schemas.microsoft.com/office/drawing/2014/main" id="{808D0FDF-FCEE-C487-6D83-B97AE3F7E403}"/>
                </a:ext>
              </a:extLst>
            </p:cNvPr>
            <p:cNvSpPr/>
            <p:nvPr/>
          </p:nvSpPr>
          <p:spPr>
            <a:xfrm>
              <a:off x="6210304" y="1268473"/>
              <a:ext cx="4977764" cy="2608201"/>
            </a:xfrm>
            <a:prstGeom prst="rect">
              <a:avLst/>
            </a:prstGeom>
            <a:solidFill>
              <a:srgbClr val="002060">
                <a:alpha val="84706"/>
              </a:srgbClr>
            </a:solidFill>
            <a:ln w="12700">
              <a:solidFill>
                <a:srgbClr val="0F3460"/>
              </a:solidFill>
              <a:prstDash val="solid"/>
            </a:ln>
          </p:spPr>
        </p:sp>
        <p:sp>
          <p:nvSpPr>
            <p:cNvPr id="47" name="Shape 7">
              <a:extLst>
                <a:ext uri="{FF2B5EF4-FFF2-40B4-BE49-F238E27FC236}">
                  <a16:creationId xmlns:a16="http://schemas.microsoft.com/office/drawing/2014/main" id="{62C055C2-C91E-CE42-48F0-1E4BA6B5AC4B}"/>
                </a:ext>
              </a:extLst>
            </p:cNvPr>
            <p:cNvSpPr/>
            <p:nvPr/>
          </p:nvSpPr>
          <p:spPr>
            <a:xfrm>
              <a:off x="6210303" y="1268473"/>
              <a:ext cx="113131" cy="2608201"/>
            </a:xfrm>
            <a:prstGeom prst="rect">
              <a:avLst/>
            </a:prstGeom>
            <a:solidFill>
              <a:srgbClr val="6EA5E8"/>
            </a:solidFill>
            <a:ln w="12700">
              <a:solidFill>
                <a:srgbClr val="0F3460"/>
              </a:solidFill>
              <a:prstDash val="solid"/>
            </a:ln>
          </p:spPr>
        </p:sp>
      </p:grpSp>
      <p:grpSp>
        <p:nvGrpSpPr>
          <p:cNvPr id="48" name="Group 47">
            <a:extLst>
              <a:ext uri="{FF2B5EF4-FFF2-40B4-BE49-F238E27FC236}">
                <a16:creationId xmlns:a16="http://schemas.microsoft.com/office/drawing/2014/main" id="{1F078DFD-508B-860F-C302-78404B7A862E}"/>
              </a:ext>
            </a:extLst>
          </p:cNvPr>
          <p:cNvGrpSpPr/>
          <p:nvPr/>
        </p:nvGrpSpPr>
        <p:grpSpPr>
          <a:xfrm>
            <a:off x="8093670" y="8820416"/>
            <a:ext cx="4977765" cy="2608201"/>
            <a:chOff x="1003934" y="1268473"/>
            <a:chExt cx="4977765" cy="2608201"/>
          </a:xfrm>
        </p:grpSpPr>
        <p:sp>
          <p:nvSpPr>
            <p:cNvPr id="49" name="Shape 2">
              <a:extLst>
                <a:ext uri="{FF2B5EF4-FFF2-40B4-BE49-F238E27FC236}">
                  <a16:creationId xmlns:a16="http://schemas.microsoft.com/office/drawing/2014/main" id="{D81EFDD2-9862-D1BF-FBAB-B567216ACE68}"/>
                </a:ext>
              </a:extLst>
            </p:cNvPr>
            <p:cNvSpPr/>
            <p:nvPr/>
          </p:nvSpPr>
          <p:spPr>
            <a:xfrm>
              <a:off x="1003934" y="1268473"/>
              <a:ext cx="4977765" cy="2608201"/>
            </a:xfrm>
            <a:prstGeom prst="rect">
              <a:avLst/>
            </a:prstGeom>
            <a:solidFill>
              <a:srgbClr val="BF1733">
                <a:alpha val="84706"/>
              </a:srgbClr>
            </a:solidFill>
            <a:ln w="12700">
              <a:solidFill>
                <a:schemeClr val="tx1"/>
              </a:solidFill>
              <a:prstDash val="solid"/>
            </a:ln>
          </p:spPr>
        </p:sp>
        <p:sp>
          <p:nvSpPr>
            <p:cNvPr id="50" name="Shape 3">
              <a:extLst>
                <a:ext uri="{FF2B5EF4-FFF2-40B4-BE49-F238E27FC236}">
                  <a16:creationId xmlns:a16="http://schemas.microsoft.com/office/drawing/2014/main" id="{A4A845CE-E22C-9C70-D7C4-406854DD7857}"/>
                </a:ext>
              </a:extLst>
            </p:cNvPr>
            <p:cNvSpPr/>
            <p:nvPr/>
          </p:nvSpPr>
          <p:spPr>
            <a:xfrm>
              <a:off x="1003934" y="1268473"/>
              <a:ext cx="113131" cy="2608201"/>
            </a:xfrm>
            <a:prstGeom prst="rect">
              <a:avLst/>
            </a:prstGeom>
            <a:solidFill>
              <a:srgbClr val="F18B9C"/>
            </a:solidFill>
            <a:ln w="12700">
              <a:solidFill>
                <a:srgbClr val="CE1836"/>
              </a:solidFill>
              <a:prstDash val="solid"/>
            </a:ln>
          </p:spPr>
        </p:sp>
      </p:grpSp>
      <p:sp>
        <p:nvSpPr>
          <p:cNvPr id="51" name="Text 4">
            <a:extLst>
              <a:ext uri="{FF2B5EF4-FFF2-40B4-BE49-F238E27FC236}">
                <a16:creationId xmlns:a16="http://schemas.microsoft.com/office/drawing/2014/main" id="{00906263-3B8F-FFB8-51E5-555EA4AF538A}"/>
              </a:ext>
            </a:extLst>
          </p:cNvPr>
          <p:cNvSpPr/>
          <p:nvPr/>
        </p:nvSpPr>
        <p:spPr>
          <a:xfrm>
            <a:off x="14681334" y="762394"/>
            <a:ext cx="3657600" cy="365760"/>
          </a:xfrm>
          <a:prstGeom prst="rect">
            <a:avLst/>
          </a:prstGeom>
          <a:noFill/>
          <a:ln/>
        </p:spPr>
        <p:txBody>
          <a:bodyPr wrap="square" lIns="0" tIns="0" rIns="0" bIns="0" rtlCol="0" anchor="ctr"/>
          <a:lstStyle/>
          <a:p>
            <a:pPr marL="0" indent="0" algn="ctr">
              <a:buNone/>
            </a:pPr>
            <a:r>
              <a:rPr lang="en-US" sz="2500" b="1" u="sng" dirty="0">
                <a:solidFill>
                  <a:srgbClr val="FFFFFF"/>
                </a:solidFill>
                <a:latin typeface="Calibri" pitchFamily="34" charset="0"/>
                <a:ea typeface="Calibri" pitchFamily="34" charset="-122"/>
                <a:cs typeface="Calibri" pitchFamily="34" charset="-120"/>
              </a:rPr>
              <a:t>Critical Decision Making</a:t>
            </a:r>
            <a:endParaRPr lang="en-US" sz="2500" u="sng" dirty="0"/>
          </a:p>
        </p:txBody>
      </p:sp>
      <p:sp>
        <p:nvSpPr>
          <p:cNvPr id="52" name="Text 5">
            <a:extLst>
              <a:ext uri="{FF2B5EF4-FFF2-40B4-BE49-F238E27FC236}">
                <a16:creationId xmlns:a16="http://schemas.microsoft.com/office/drawing/2014/main" id="{A3322211-BCE6-0CAE-E0D7-4C493A6F3C35}"/>
              </a:ext>
            </a:extLst>
          </p:cNvPr>
          <p:cNvSpPr/>
          <p:nvPr/>
        </p:nvSpPr>
        <p:spPr>
          <a:xfrm>
            <a:off x="22339810" y="934715"/>
            <a:ext cx="4575076" cy="1459862"/>
          </a:xfrm>
          <a:prstGeom prst="rect">
            <a:avLst/>
          </a:prstGeom>
          <a:noFill/>
          <a:ln/>
        </p:spPr>
        <p:txBody>
          <a:bodyPr wrap="square" lIns="0" tIns="0" rIns="0" bIns="0" rtlCol="0" anchor="ctr"/>
          <a:lstStyle/>
          <a:p>
            <a:pPr marL="0" indent="0">
              <a:buNone/>
            </a:pPr>
            <a:r>
              <a:rPr lang="en-US" sz="2000" dirty="0">
                <a:solidFill>
                  <a:srgbClr val="E0E0E0"/>
                </a:solidFill>
                <a:latin typeface="Calibri" pitchFamily="34" charset="0"/>
                <a:ea typeface="Calibri" pitchFamily="34" charset="-122"/>
                <a:cs typeface="Calibri" pitchFamily="34" charset="-120"/>
              </a:rPr>
              <a:t>You evaluate facts before acting — not just follow trends or pressure.</a:t>
            </a:r>
            <a:endParaRPr lang="en-US" sz="2000" dirty="0"/>
          </a:p>
        </p:txBody>
      </p:sp>
      <p:sp>
        <p:nvSpPr>
          <p:cNvPr id="53" name="Text 4">
            <a:extLst>
              <a:ext uri="{FF2B5EF4-FFF2-40B4-BE49-F238E27FC236}">
                <a16:creationId xmlns:a16="http://schemas.microsoft.com/office/drawing/2014/main" id="{B69CD9AA-34AA-E696-F11C-9A4E476DCFF4}"/>
              </a:ext>
            </a:extLst>
          </p:cNvPr>
          <p:cNvSpPr/>
          <p:nvPr/>
        </p:nvSpPr>
        <p:spPr>
          <a:xfrm>
            <a:off x="-5076825" y="943846"/>
            <a:ext cx="3657600" cy="365760"/>
          </a:xfrm>
          <a:prstGeom prst="rect">
            <a:avLst/>
          </a:prstGeom>
          <a:noFill/>
          <a:ln/>
        </p:spPr>
        <p:txBody>
          <a:bodyPr wrap="square" lIns="0" tIns="0" rIns="0" bIns="0" rtlCol="0" anchor="ctr"/>
          <a:lstStyle/>
          <a:p>
            <a:pPr algn="ctr"/>
            <a:r>
              <a:rPr lang="en-US" sz="2500" b="1" u="sng" dirty="0">
                <a:solidFill>
                  <a:srgbClr val="FFFFFF"/>
                </a:solidFill>
                <a:latin typeface="Calibri" pitchFamily="34" charset="0"/>
                <a:ea typeface="Calibri" pitchFamily="34" charset="-122"/>
                <a:cs typeface="Calibri" pitchFamily="34" charset="-120"/>
              </a:rPr>
              <a:t>Resisting Manipulation</a:t>
            </a:r>
            <a:endParaRPr lang="en-US" sz="2500" u="sng" dirty="0"/>
          </a:p>
        </p:txBody>
      </p:sp>
      <p:sp>
        <p:nvSpPr>
          <p:cNvPr id="54" name="Text 5">
            <a:extLst>
              <a:ext uri="{FF2B5EF4-FFF2-40B4-BE49-F238E27FC236}">
                <a16:creationId xmlns:a16="http://schemas.microsoft.com/office/drawing/2014/main" id="{CF7E30BA-20A4-0626-D9B3-F57F9FAB52E2}"/>
              </a:ext>
            </a:extLst>
          </p:cNvPr>
          <p:cNvSpPr/>
          <p:nvPr/>
        </p:nvSpPr>
        <p:spPr>
          <a:xfrm>
            <a:off x="-14570574" y="2174007"/>
            <a:ext cx="4575076" cy="1459862"/>
          </a:xfrm>
          <a:prstGeom prst="rect">
            <a:avLst/>
          </a:prstGeom>
          <a:noFill/>
          <a:ln/>
        </p:spPr>
        <p:txBody>
          <a:bodyPr wrap="square" lIns="0" tIns="0" rIns="0" bIns="0" rtlCol="0" anchor="ctr"/>
          <a:lstStyle/>
          <a:p>
            <a:r>
              <a:rPr lang="en-US" sz="2000" dirty="0">
                <a:solidFill>
                  <a:srgbClr val="E0E0E0"/>
                </a:solidFill>
                <a:latin typeface="Calibri" pitchFamily="34" charset="0"/>
                <a:ea typeface="Calibri" pitchFamily="34" charset="-122"/>
                <a:cs typeface="Calibri" pitchFamily="34" charset="-120"/>
              </a:rPr>
              <a:t>You can identify fake news, propaganda &amp; misleading ads more easily.</a:t>
            </a:r>
            <a:endParaRPr lang="en-US" sz="2000" dirty="0"/>
          </a:p>
        </p:txBody>
      </p:sp>
      <p:sp>
        <p:nvSpPr>
          <p:cNvPr id="55" name="Text 4">
            <a:extLst>
              <a:ext uri="{FF2B5EF4-FFF2-40B4-BE49-F238E27FC236}">
                <a16:creationId xmlns:a16="http://schemas.microsoft.com/office/drawing/2014/main" id="{57608E7A-7BF1-F9A0-D45B-9B1FACE07B1E}"/>
              </a:ext>
            </a:extLst>
          </p:cNvPr>
          <p:cNvSpPr/>
          <p:nvPr/>
        </p:nvSpPr>
        <p:spPr>
          <a:xfrm>
            <a:off x="144868" y="-3372035"/>
            <a:ext cx="3657600" cy="365760"/>
          </a:xfrm>
          <a:prstGeom prst="rect">
            <a:avLst/>
          </a:prstGeom>
          <a:noFill/>
          <a:ln/>
        </p:spPr>
        <p:txBody>
          <a:bodyPr wrap="square" lIns="0" tIns="0" rIns="0" bIns="0" rtlCol="0" anchor="ctr"/>
          <a:lstStyle/>
          <a:p>
            <a:pPr algn="ctr"/>
            <a:r>
              <a:rPr lang="en-US" sz="2500" b="1" u="sng" dirty="0">
                <a:solidFill>
                  <a:srgbClr val="FFFFFF"/>
                </a:solidFill>
                <a:latin typeface="Calibri" pitchFamily="34" charset="0"/>
                <a:ea typeface="Calibri" pitchFamily="34" charset="-122"/>
                <a:cs typeface="Calibri" pitchFamily="34" charset="-120"/>
              </a:rPr>
              <a:t>Personal Growth</a:t>
            </a:r>
            <a:endParaRPr lang="en-US" sz="2500" u="sng" dirty="0"/>
          </a:p>
        </p:txBody>
      </p:sp>
      <p:sp>
        <p:nvSpPr>
          <p:cNvPr id="56" name="Text 5">
            <a:extLst>
              <a:ext uri="{FF2B5EF4-FFF2-40B4-BE49-F238E27FC236}">
                <a16:creationId xmlns:a16="http://schemas.microsoft.com/office/drawing/2014/main" id="{D25A0AA0-8EBD-1EEE-2972-4FB298B3E4D7}"/>
              </a:ext>
            </a:extLst>
          </p:cNvPr>
          <p:cNvSpPr/>
          <p:nvPr/>
        </p:nvSpPr>
        <p:spPr>
          <a:xfrm>
            <a:off x="4360041" y="-6144799"/>
            <a:ext cx="4575076" cy="1459862"/>
          </a:xfrm>
          <a:prstGeom prst="rect">
            <a:avLst/>
          </a:prstGeom>
          <a:noFill/>
          <a:ln/>
        </p:spPr>
        <p:txBody>
          <a:bodyPr wrap="square" lIns="0" tIns="0" rIns="0" bIns="0" rtlCol="0" anchor="ctr"/>
          <a:lstStyle/>
          <a:p>
            <a:r>
              <a:rPr lang="en-US" sz="2000" dirty="0">
                <a:solidFill>
                  <a:srgbClr val="E0E0E0"/>
                </a:solidFill>
                <a:latin typeface="Calibri" pitchFamily="34" charset="0"/>
                <a:ea typeface="Calibri" pitchFamily="34" charset="-122"/>
                <a:cs typeface="Calibri" pitchFamily="34" charset="-120"/>
              </a:rPr>
              <a:t>Your values, goals &amp; identity are authentically yours — not borrowed.</a:t>
            </a:r>
            <a:endParaRPr lang="en-US" sz="2000" dirty="0"/>
          </a:p>
        </p:txBody>
      </p:sp>
      <p:sp>
        <p:nvSpPr>
          <p:cNvPr id="57" name="Text 4">
            <a:extLst>
              <a:ext uri="{FF2B5EF4-FFF2-40B4-BE49-F238E27FC236}">
                <a16:creationId xmlns:a16="http://schemas.microsoft.com/office/drawing/2014/main" id="{53CE6A43-75D1-60F6-24BD-FC3ABAB4265E}"/>
              </a:ext>
            </a:extLst>
          </p:cNvPr>
          <p:cNvSpPr/>
          <p:nvPr/>
        </p:nvSpPr>
        <p:spPr>
          <a:xfrm>
            <a:off x="5208058" y="-3534734"/>
            <a:ext cx="4346259" cy="365760"/>
          </a:xfrm>
          <a:prstGeom prst="rect">
            <a:avLst/>
          </a:prstGeom>
          <a:noFill/>
          <a:ln/>
        </p:spPr>
        <p:txBody>
          <a:bodyPr wrap="square" lIns="0" tIns="0" rIns="0" bIns="0" rtlCol="0" anchor="ctr"/>
          <a:lstStyle/>
          <a:p>
            <a:pPr algn="ctr"/>
            <a:r>
              <a:rPr lang="en-US" sz="2500" b="1" u="sng" dirty="0">
                <a:solidFill>
                  <a:srgbClr val="FFFFFF"/>
                </a:solidFill>
                <a:latin typeface="Calibri" pitchFamily="34" charset="0"/>
                <a:ea typeface="Calibri" pitchFamily="34" charset="-122"/>
                <a:cs typeface="Calibri" pitchFamily="34" charset="-120"/>
              </a:rPr>
              <a:t>Innovation &amp; Leadership</a:t>
            </a:r>
            <a:endParaRPr lang="en-US" sz="2500" u="sng" dirty="0"/>
          </a:p>
        </p:txBody>
      </p:sp>
      <p:sp>
        <p:nvSpPr>
          <p:cNvPr id="58" name="Text 5">
            <a:extLst>
              <a:ext uri="{FF2B5EF4-FFF2-40B4-BE49-F238E27FC236}">
                <a16:creationId xmlns:a16="http://schemas.microsoft.com/office/drawing/2014/main" id="{FFE343FC-5981-A107-448B-DA8186C9B78E}"/>
              </a:ext>
            </a:extLst>
          </p:cNvPr>
          <p:cNvSpPr/>
          <p:nvPr/>
        </p:nvSpPr>
        <p:spPr>
          <a:xfrm>
            <a:off x="6559650" y="10932163"/>
            <a:ext cx="4575076" cy="1459862"/>
          </a:xfrm>
          <a:prstGeom prst="rect">
            <a:avLst/>
          </a:prstGeom>
          <a:noFill/>
          <a:ln/>
        </p:spPr>
        <p:txBody>
          <a:bodyPr wrap="square" lIns="0" tIns="0" rIns="0" bIns="0" rtlCol="0" anchor="ctr"/>
          <a:lstStyle/>
          <a:p>
            <a:r>
              <a:rPr lang="en-US" sz="2000" dirty="0">
                <a:solidFill>
                  <a:srgbClr val="E0E0E0"/>
                </a:solidFill>
                <a:latin typeface="Calibri" pitchFamily="34" charset="0"/>
                <a:ea typeface="Calibri" pitchFamily="34" charset="-122"/>
                <a:cs typeface="Calibri" pitchFamily="34" charset="-120"/>
              </a:rPr>
              <a:t>Every breakthrough in history came from someone who dared to think differently.</a:t>
            </a:r>
            <a:endParaRPr lang="en-US" sz="2000" dirty="0"/>
          </a:p>
        </p:txBody>
      </p:sp>
      <p:pic>
        <p:nvPicPr>
          <p:cNvPr id="59" name="Graphic 58" descr="Lightbulb and gear">
            <a:extLst>
              <a:ext uri="{FF2B5EF4-FFF2-40B4-BE49-F238E27FC236}">
                <a16:creationId xmlns:a16="http://schemas.microsoft.com/office/drawing/2014/main" id="{76AB2EE2-23E4-4B0B-05D5-928EF8932C9C}"/>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0608904" y="13280427"/>
            <a:ext cx="684634" cy="684634"/>
          </a:xfrm>
          <a:prstGeom prst="rect">
            <a:avLst/>
          </a:prstGeom>
        </p:spPr>
      </p:pic>
      <p:pic>
        <p:nvPicPr>
          <p:cNvPr id="60" name="Graphic 59" descr="Puzzle pieces">
            <a:extLst>
              <a:ext uri="{FF2B5EF4-FFF2-40B4-BE49-F238E27FC236}">
                <a16:creationId xmlns:a16="http://schemas.microsoft.com/office/drawing/2014/main" id="{9E21CFF2-6757-76E9-3854-6068A0984C38}"/>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7995060" y="2716327"/>
            <a:ext cx="684634" cy="684634"/>
          </a:xfrm>
          <a:prstGeom prst="rect">
            <a:avLst/>
          </a:prstGeom>
        </p:spPr>
      </p:pic>
      <p:pic>
        <p:nvPicPr>
          <p:cNvPr id="61" name="Graphic 60" descr="Brain in head">
            <a:extLst>
              <a:ext uri="{FF2B5EF4-FFF2-40B4-BE49-F238E27FC236}">
                <a16:creationId xmlns:a16="http://schemas.microsoft.com/office/drawing/2014/main" id="{346FF9A6-8E7C-C089-7DA7-E311CD88FEFE}"/>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372102" y="12640133"/>
            <a:ext cx="640294" cy="640294"/>
          </a:xfrm>
          <a:prstGeom prst="rect">
            <a:avLst/>
          </a:prstGeom>
        </p:spPr>
      </p:pic>
      <p:pic>
        <p:nvPicPr>
          <p:cNvPr id="62" name="Graphic 61" descr="Lollipop">
            <a:extLst>
              <a:ext uri="{FF2B5EF4-FFF2-40B4-BE49-F238E27FC236}">
                <a16:creationId xmlns:a16="http://schemas.microsoft.com/office/drawing/2014/main" id="{82CB9A06-2835-3480-9D76-AD23FC4588C9}"/>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5229948" y="3575600"/>
            <a:ext cx="589435" cy="589435"/>
          </a:xfrm>
          <a:prstGeom prst="rect">
            <a:avLst/>
          </a:prstGeom>
        </p:spPr>
      </p:pic>
      <p:pic>
        <p:nvPicPr>
          <p:cNvPr id="63" name="Graphic 62" descr="Head with gears">
            <a:extLst>
              <a:ext uri="{FF2B5EF4-FFF2-40B4-BE49-F238E27FC236}">
                <a16:creationId xmlns:a16="http://schemas.microsoft.com/office/drawing/2014/main" id="{3CC70358-1F80-CD19-68D4-7370EFA2AB81}"/>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71150" y="-5511119"/>
            <a:ext cx="632035" cy="632035"/>
          </a:xfrm>
          <a:prstGeom prst="rect">
            <a:avLst/>
          </a:prstGeom>
        </p:spPr>
      </p:pic>
      <p:pic>
        <p:nvPicPr>
          <p:cNvPr id="64" name="Graphic 63" descr="Television">
            <a:extLst>
              <a:ext uri="{FF2B5EF4-FFF2-40B4-BE49-F238E27FC236}">
                <a16:creationId xmlns:a16="http://schemas.microsoft.com/office/drawing/2014/main" id="{E7186DFA-89F8-2B3A-ACF3-07C20F46955D}"/>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20813448" y="1918837"/>
            <a:ext cx="753099" cy="753099"/>
          </a:xfrm>
          <a:prstGeom prst="rect">
            <a:avLst/>
          </a:prstGeom>
        </p:spPr>
      </p:pic>
      <p:pic>
        <p:nvPicPr>
          <p:cNvPr id="65" name="Graphic 64" descr="User">
            <a:extLst>
              <a:ext uri="{FF2B5EF4-FFF2-40B4-BE49-F238E27FC236}">
                <a16:creationId xmlns:a16="http://schemas.microsoft.com/office/drawing/2014/main" id="{1F8F85DC-2C32-0624-E8BE-8E1CB406308D}"/>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20951221" y="4907447"/>
            <a:ext cx="615326" cy="615326"/>
          </a:xfrm>
          <a:prstGeom prst="rect">
            <a:avLst/>
          </a:prstGeom>
        </p:spPr>
      </p:pic>
      <p:pic>
        <p:nvPicPr>
          <p:cNvPr id="66" name="Graphic 65" descr="Bar graph with upward trend">
            <a:extLst>
              <a:ext uri="{FF2B5EF4-FFF2-40B4-BE49-F238E27FC236}">
                <a16:creationId xmlns:a16="http://schemas.microsoft.com/office/drawing/2014/main" id="{DB808672-5B56-BD72-665F-FA47213DF610}"/>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7572487" y="5422481"/>
            <a:ext cx="615326" cy="615326"/>
          </a:xfrm>
          <a:prstGeom prst="rect">
            <a:avLst/>
          </a:prstGeom>
        </p:spPr>
      </p:pic>
      <p:pic>
        <p:nvPicPr>
          <p:cNvPr id="67" name="Graphic 66" descr="Checklist">
            <a:extLst>
              <a:ext uri="{FF2B5EF4-FFF2-40B4-BE49-F238E27FC236}">
                <a16:creationId xmlns:a16="http://schemas.microsoft.com/office/drawing/2014/main" id="{E793A1FC-6D1A-27F5-B274-9E2257912E35}"/>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5914090" y="14213585"/>
            <a:ext cx="615326" cy="615326"/>
          </a:xfrm>
          <a:prstGeom prst="rect">
            <a:avLst/>
          </a:prstGeom>
        </p:spPr>
      </p:pic>
      <p:pic>
        <p:nvPicPr>
          <p:cNvPr id="68" name="Graphic 67" descr="Crown">
            <a:extLst>
              <a:ext uri="{FF2B5EF4-FFF2-40B4-BE49-F238E27FC236}">
                <a16:creationId xmlns:a16="http://schemas.microsoft.com/office/drawing/2014/main" id="{8577EEAA-18E0-604D-6B56-9BB467727582}"/>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940327" y="13936034"/>
            <a:ext cx="585214" cy="585214"/>
          </a:xfrm>
          <a:prstGeom prst="rect">
            <a:avLst/>
          </a:prstGeom>
        </p:spPr>
      </p:pic>
      <p:pic>
        <p:nvPicPr>
          <p:cNvPr id="69" name="Graphic 68" descr="Business Growth">
            <a:extLst>
              <a:ext uri="{FF2B5EF4-FFF2-40B4-BE49-F238E27FC236}">
                <a16:creationId xmlns:a16="http://schemas.microsoft.com/office/drawing/2014/main" id="{8D142176-2911-52EE-8A16-326BDFBF9734}"/>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8710179" y="7662987"/>
            <a:ext cx="715119" cy="715119"/>
          </a:xfrm>
          <a:prstGeom prst="rect">
            <a:avLst/>
          </a:prstGeom>
        </p:spPr>
      </p:pic>
      <p:pic>
        <p:nvPicPr>
          <p:cNvPr id="70" name="Graphic 69" descr="Trophy">
            <a:extLst>
              <a:ext uri="{FF2B5EF4-FFF2-40B4-BE49-F238E27FC236}">
                <a16:creationId xmlns:a16="http://schemas.microsoft.com/office/drawing/2014/main" id="{234408B8-152C-4326-12D6-FE1746A12846}"/>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11963399" y="14521248"/>
            <a:ext cx="585214" cy="585214"/>
          </a:xfrm>
          <a:prstGeom prst="rect">
            <a:avLst/>
          </a:prstGeom>
        </p:spPr>
      </p:pic>
      <p:sp>
        <p:nvSpPr>
          <p:cNvPr id="72" name="TextBox 71">
            <a:extLst>
              <a:ext uri="{FF2B5EF4-FFF2-40B4-BE49-F238E27FC236}">
                <a16:creationId xmlns:a16="http://schemas.microsoft.com/office/drawing/2014/main" id="{797968AD-EB0C-3C83-8432-8D19CF931F87}"/>
              </a:ext>
            </a:extLst>
          </p:cNvPr>
          <p:cNvSpPr txBox="1"/>
          <p:nvPr/>
        </p:nvSpPr>
        <p:spPr>
          <a:xfrm>
            <a:off x="15310980" y="-303473"/>
            <a:ext cx="11004936" cy="861774"/>
          </a:xfrm>
          <a:prstGeom prst="rect">
            <a:avLst/>
          </a:prstGeom>
          <a:noFill/>
        </p:spPr>
        <p:txBody>
          <a:bodyPr wrap="none" rtlCol="0">
            <a:spAutoFit/>
          </a:bodyPr>
          <a:lstStyle/>
          <a:p>
            <a:r>
              <a:rPr lang="en-US" sz="5000" b="1" u="sng" dirty="0">
                <a:solidFill>
                  <a:schemeClr val="tx2">
                    <a:lumMod val="75000"/>
                  </a:schemeClr>
                </a:solidFill>
                <a:latin typeface="Calibri" panose="020F0502020204030204" pitchFamily="34" charset="0"/>
                <a:ea typeface="Calibri" pitchFamily="34" charset="-122"/>
                <a:cs typeface="Calibri" panose="020F0502020204030204" pitchFamily="34" charset="0"/>
              </a:rPr>
              <a:t>WHY INDEPENDENT THINKING MATTERS</a:t>
            </a:r>
            <a:endParaRPr lang="en-US" sz="5000" u="sng" dirty="0">
              <a:solidFill>
                <a:schemeClr val="tx2">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091247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B826086-C4ED-ECB3-B712-9BE06988B494}"/>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64925AE0-7B53-2438-69BC-4E808E919B68}"/>
              </a:ext>
            </a:extLst>
          </p:cNvPr>
          <p:cNvGrpSpPr/>
          <p:nvPr/>
        </p:nvGrpSpPr>
        <p:grpSpPr>
          <a:xfrm>
            <a:off x="6210303" y="4010399"/>
            <a:ext cx="4977763" cy="2608200"/>
            <a:chOff x="6210303" y="4010399"/>
            <a:chExt cx="4977763" cy="2608200"/>
          </a:xfrm>
        </p:grpSpPr>
        <p:sp>
          <p:nvSpPr>
            <p:cNvPr id="16" name="Shape 14">
              <a:extLst>
                <a:ext uri="{FF2B5EF4-FFF2-40B4-BE49-F238E27FC236}">
                  <a16:creationId xmlns:a16="http://schemas.microsoft.com/office/drawing/2014/main" id="{C0F46896-C06F-F58F-801D-CB6C2ADBC9CC}"/>
                </a:ext>
              </a:extLst>
            </p:cNvPr>
            <p:cNvSpPr/>
            <p:nvPr/>
          </p:nvSpPr>
          <p:spPr>
            <a:xfrm>
              <a:off x="6210303" y="4010399"/>
              <a:ext cx="4977763" cy="2608200"/>
            </a:xfrm>
            <a:prstGeom prst="rect">
              <a:avLst/>
            </a:prstGeom>
            <a:solidFill>
              <a:srgbClr val="462254">
                <a:alpha val="84706"/>
              </a:srgbClr>
            </a:solidFill>
            <a:ln w="12700">
              <a:solidFill>
                <a:srgbClr val="6C3483"/>
              </a:solidFill>
              <a:prstDash val="solid"/>
            </a:ln>
          </p:spPr>
        </p:sp>
        <p:sp>
          <p:nvSpPr>
            <p:cNvPr id="17" name="Shape 15">
              <a:extLst>
                <a:ext uri="{FF2B5EF4-FFF2-40B4-BE49-F238E27FC236}">
                  <a16:creationId xmlns:a16="http://schemas.microsoft.com/office/drawing/2014/main" id="{8C4D8B86-4825-CD47-43E9-0195DDC8CD77}"/>
                </a:ext>
              </a:extLst>
            </p:cNvPr>
            <p:cNvSpPr/>
            <p:nvPr/>
          </p:nvSpPr>
          <p:spPr>
            <a:xfrm>
              <a:off x="6210303" y="4010399"/>
              <a:ext cx="113131" cy="2608200"/>
            </a:xfrm>
            <a:prstGeom prst="rect">
              <a:avLst/>
            </a:prstGeom>
            <a:solidFill>
              <a:srgbClr val="B984CE"/>
            </a:solidFill>
            <a:ln w="12700">
              <a:solidFill>
                <a:srgbClr val="6C3483"/>
              </a:solidFill>
              <a:prstDash val="solid"/>
            </a:ln>
          </p:spPr>
        </p:sp>
      </p:grpSp>
      <p:grpSp>
        <p:nvGrpSpPr>
          <p:cNvPr id="19" name="Group 18">
            <a:extLst>
              <a:ext uri="{FF2B5EF4-FFF2-40B4-BE49-F238E27FC236}">
                <a16:creationId xmlns:a16="http://schemas.microsoft.com/office/drawing/2014/main" id="{8738E634-37B9-C2CF-CA73-26947052CDF5}"/>
              </a:ext>
            </a:extLst>
          </p:cNvPr>
          <p:cNvGrpSpPr/>
          <p:nvPr/>
        </p:nvGrpSpPr>
        <p:grpSpPr>
          <a:xfrm>
            <a:off x="1003934" y="4010399"/>
            <a:ext cx="4977765" cy="2608201"/>
            <a:chOff x="1003934" y="4010399"/>
            <a:chExt cx="4977765" cy="2608201"/>
          </a:xfrm>
        </p:grpSpPr>
        <p:sp>
          <p:nvSpPr>
            <p:cNvPr id="12" name="Shape 10">
              <a:extLst>
                <a:ext uri="{FF2B5EF4-FFF2-40B4-BE49-F238E27FC236}">
                  <a16:creationId xmlns:a16="http://schemas.microsoft.com/office/drawing/2014/main" id="{0A685C2B-4A29-3FF7-9346-C3D44248540B}"/>
                </a:ext>
              </a:extLst>
            </p:cNvPr>
            <p:cNvSpPr/>
            <p:nvPr/>
          </p:nvSpPr>
          <p:spPr>
            <a:xfrm>
              <a:off x="1003934" y="4010399"/>
              <a:ext cx="4977765" cy="2608201"/>
            </a:xfrm>
            <a:prstGeom prst="rect">
              <a:avLst/>
            </a:prstGeom>
            <a:solidFill>
              <a:srgbClr val="07747F">
                <a:alpha val="84706"/>
              </a:srgbClr>
            </a:solidFill>
            <a:ln w="12700">
              <a:solidFill>
                <a:srgbClr val="087E8B"/>
              </a:solidFill>
              <a:prstDash val="solid"/>
            </a:ln>
          </p:spPr>
          <p:txBody>
            <a:bodyPr/>
            <a:lstStyle/>
            <a:p>
              <a:endParaRPr lang="en-IN" dirty="0"/>
            </a:p>
          </p:txBody>
        </p:sp>
        <p:sp>
          <p:nvSpPr>
            <p:cNvPr id="13" name="Shape 11">
              <a:extLst>
                <a:ext uri="{FF2B5EF4-FFF2-40B4-BE49-F238E27FC236}">
                  <a16:creationId xmlns:a16="http://schemas.microsoft.com/office/drawing/2014/main" id="{27E4C2F4-95B3-093D-D215-8A4163D456E2}"/>
                </a:ext>
              </a:extLst>
            </p:cNvPr>
            <p:cNvSpPr/>
            <p:nvPr/>
          </p:nvSpPr>
          <p:spPr>
            <a:xfrm>
              <a:off x="1003934" y="4010399"/>
              <a:ext cx="113131" cy="2608201"/>
            </a:xfrm>
            <a:prstGeom prst="rect">
              <a:avLst/>
            </a:prstGeom>
            <a:solidFill>
              <a:srgbClr val="31E1F3"/>
            </a:solidFill>
            <a:ln w="12700">
              <a:solidFill>
                <a:srgbClr val="087E8B"/>
              </a:solidFill>
              <a:prstDash val="solid"/>
            </a:ln>
          </p:spPr>
        </p:sp>
      </p:grpSp>
      <p:grpSp>
        <p:nvGrpSpPr>
          <p:cNvPr id="20" name="Group 19">
            <a:extLst>
              <a:ext uri="{FF2B5EF4-FFF2-40B4-BE49-F238E27FC236}">
                <a16:creationId xmlns:a16="http://schemas.microsoft.com/office/drawing/2014/main" id="{E0C13155-6213-6B6B-8FDB-12A82A69A9B2}"/>
              </a:ext>
            </a:extLst>
          </p:cNvPr>
          <p:cNvGrpSpPr/>
          <p:nvPr/>
        </p:nvGrpSpPr>
        <p:grpSpPr>
          <a:xfrm>
            <a:off x="6210303" y="1268473"/>
            <a:ext cx="4977765" cy="2608201"/>
            <a:chOff x="6210303" y="1268473"/>
            <a:chExt cx="4977765" cy="2608201"/>
          </a:xfrm>
        </p:grpSpPr>
        <p:sp>
          <p:nvSpPr>
            <p:cNvPr id="14" name="Shape 6">
              <a:extLst>
                <a:ext uri="{FF2B5EF4-FFF2-40B4-BE49-F238E27FC236}">
                  <a16:creationId xmlns:a16="http://schemas.microsoft.com/office/drawing/2014/main" id="{86649D00-DEA1-46BF-0DF7-061DCD64758E}"/>
                </a:ext>
              </a:extLst>
            </p:cNvPr>
            <p:cNvSpPr/>
            <p:nvPr/>
          </p:nvSpPr>
          <p:spPr>
            <a:xfrm>
              <a:off x="6210304" y="1268473"/>
              <a:ext cx="4977764" cy="2608201"/>
            </a:xfrm>
            <a:prstGeom prst="rect">
              <a:avLst/>
            </a:prstGeom>
            <a:solidFill>
              <a:srgbClr val="002060">
                <a:alpha val="84706"/>
              </a:srgbClr>
            </a:solidFill>
            <a:ln w="12700">
              <a:solidFill>
                <a:srgbClr val="0F3460"/>
              </a:solidFill>
              <a:prstDash val="solid"/>
            </a:ln>
          </p:spPr>
        </p:sp>
        <p:sp>
          <p:nvSpPr>
            <p:cNvPr id="15" name="Shape 7">
              <a:extLst>
                <a:ext uri="{FF2B5EF4-FFF2-40B4-BE49-F238E27FC236}">
                  <a16:creationId xmlns:a16="http://schemas.microsoft.com/office/drawing/2014/main" id="{135026A2-9D4D-74D3-3DC2-EA58AE923995}"/>
                </a:ext>
              </a:extLst>
            </p:cNvPr>
            <p:cNvSpPr/>
            <p:nvPr/>
          </p:nvSpPr>
          <p:spPr>
            <a:xfrm>
              <a:off x="6210303" y="1268473"/>
              <a:ext cx="113131" cy="2608201"/>
            </a:xfrm>
            <a:prstGeom prst="rect">
              <a:avLst/>
            </a:prstGeom>
            <a:solidFill>
              <a:srgbClr val="6EA5E8"/>
            </a:solidFill>
            <a:ln w="12700">
              <a:solidFill>
                <a:srgbClr val="0F3460"/>
              </a:solidFill>
              <a:prstDash val="solid"/>
            </a:ln>
          </p:spPr>
        </p:sp>
      </p:grpSp>
      <p:sp>
        <p:nvSpPr>
          <p:cNvPr id="4" name="Rectangle 3">
            <a:extLst>
              <a:ext uri="{FF2B5EF4-FFF2-40B4-BE49-F238E27FC236}">
                <a16:creationId xmlns:a16="http://schemas.microsoft.com/office/drawing/2014/main" id="{C9226F31-B655-163B-93AF-B921CF2F2DA2}"/>
              </a:ext>
            </a:extLst>
          </p:cNvPr>
          <p:cNvSpPr/>
          <p:nvPr/>
        </p:nvSpPr>
        <p:spPr>
          <a:xfrm>
            <a:off x="0" y="0"/>
            <a:ext cx="838200" cy="6858000"/>
          </a:xfrm>
          <a:prstGeom prst="rect">
            <a:avLst/>
          </a:prstGeom>
          <a:solidFill>
            <a:schemeClr val="accent2">
              <a:alpha val="8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Freeform: Shape 4">
            <a:extLst>
              <a:ext uri="{FF2B5EF4-FFF2-40B4-BE49-F238E27FC236}">
                <a16:creationId xmlns:a16="http://schemas.microsoft.com/office/drawing/2014/main" id="{AC07F149-A52B-2694-5587-45D98C4037AA}"/>
              </a:ext>
            </a:extLst>
          </p:cNvPr>
          <p:cNvSpPr/>
          <p:nvPr/>
        </p:nvSpPr>
        <p:spPr>
          <a:xfrm>
            <a:off x="0" y="3418774"/>
            <a:ext cx="838200"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31F3E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6" name="Freeform: Shape 5">
            <a:extLst>
              <a:ext uri="{FF2B5EF4-FFF2-40B4-BE49-F238E27FC236}">
                <a16:creationId xmlns:a16="http://schemas.microsoft.com/office/drawing/2014/main" id="{3F7D630B-64F3-E473-836F-E52374FEDA21}"/>
              </a:ext>
            </a:extLst>
          </p:cNvPr>
          <p:cNvSpPr/>
          <p:nvPr/>
        </p:nvSpPr>
        <p:spPr>
          <a:xfrm>
            <a:off x="2208" y="4555965"/>
            <a:ext cx="835992"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ln>
                <a:solidFill>
                  <a:schemeClr val="tx1"/>
                </a:solidFill>
              </a:ln>
            </a:endParaRPr>
          </a:p>
        </p:txBody>
      </p:sp>
      <p:sp>
        <p:nvSpPr>
          <p:cNvPr id="7" name="Freeform: Shape 6">
            <a:extLst>
              <a:ext uri="{FF2B5EF4-FFF2-40B4-BE49-F238E27FC236}">
                <a16:creationId xmlns:a16="http://schemas.microsoft.com/office/drawing/2014/main" id="{F06E0243-C04E-409F-6637-992375FE041C}"/>
              </a:ext>
            </a:extLst>
          </p:cNvPr>
          <p:cNvSpPr/>
          <p:nvPr/>
        </p:nvSpPr>
        <p:spPr>
          <a:xfrm>
            <a:off x="-9525" y="5693857"/>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8" name="Freeform: Shape 7">
            <a:extLst>
              <a:ext uri="{FF2B5EF4-FFF2-40B4-BE49-F238E27FC236}">
                <a16:creationId xmlns:a16="http://schemas.microsoft.com/office/drawing/2014/main" id="{523139DE-22B5-9E52-756F-01B5C60B8405}"/>
              </a:ext>
            </a:extLst>
          </p:cNvPr>
          <p:cNvSpPr/>
          <p:nvPr/>
        </p:nvSpPr>
        <p:spPr>
          <a:xfrm>
            <a:off x="-9525" y="5522"/>
            <a:ext cx="1198245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17EDB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9" name="Freeform: Shape 8">
            <a:extLst>
              <a:ext uri="{FF2B5EF4-FFF2-40B4-BE49-F238E27FC236}">
                <a16:creationId xmlns:a16="http://schemas.microsoft.com/office/drawing/2014/main" id="{4ACD6136-9FDD-63E1-358E-13D4866A3788}"/>
              </a:ext>
            </a:extLst>
          </p:cNvPr>
          <p:cNvSpPr/>
          <p:nvPr/>
        </p:nvSpPr>
        <p:spPr>
          <a:xfrm>
            <a:off x="-2209" y="1164094"/>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10" name="Freeform: Shape 9">
            <a:extLst>
              <a:ext uri="{FF2B5EF4-FFF2-40B4-BE49-F238E27FC236}">
                <a16:creationId xmlns:a16="http://schemas.microsoft.com/office/drawing/2014/main" id="{7E2FBA7C-274F-52A0-5384-8E331C736422}"/>
              </a:ext>
            </a:extLst>
          </p:cNvPr>
          <p:cNvSpPr/>
          <p:nvPr/>
        </p:nvSpPr>
        <p:spPr>
          <a:xfrm>
            <a:off x="0" y="2321314"/>
            <a:ext cx="838200" cy="106958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 name="TextBox 1">
            <a:extLst>
              <a:ext uri="{FF2B5EF4-FFF2-40B4-BE49-F238E27FC236}">
                <a16:creationId xmlns:a16="http://schemas.microsoft.com/office/drawing/2014/main" id="{D42BAEBE-D421-194D-BFDB-B6B0D4941932}"/>
              </a:ext>
            </a:extLst>
          </p:cNvPr>
          <p:cNvSpPr txBox="1"/>
          <p:nvPr/>
        </p:nvSpPr>
        <p:spPr>
          <a:xfrm>
            <a:off x="762000" y="139248"/>
            <a:ext cx="11004936" cy="861774"/>
          </a:xfrm>
          <a:prstGeom prst="rect">
            <a:avLst/>
          </a:prstGeom>
          <a:noFill/>
        </p:spPr>
        <p:txBody>
          <a:bodyPr wrap="none" rtlCol="0">
            <a:spAutoFit/>
          </a:bodyPr>
          <a:lstStyle/>
          <a:p>
            <a:r>
              <a:rPr lang="en-US" sz="5000" b="1" u="sng" dirty="0">
                <a:solidFill>
                  <a:schemeClr val="tx2">
                    <a:lumMod val="75000"/>
                  </a:schemeClr>
                </a:solidFill>
                <a:latin typeface="Calibri" panose="020F0502020204030204" pitchFamily="34" charset="0"/>
                <a:ea typeface="Calibri" pitchFamily="34" charset="-122"/>
                <a:cs typeface="Calibri" panose="020F0502020204030204" pitchFamily="34" charset="0"/>
              </a:rPr>
              <a:t>WHY INDEPENDENT THINKING MATTERS</a:t>
            </a:r>
            <a:endParaRPr lang="en-US" sz="5000" u="sng" dirty="0">
              <a:solidFill>
                <a:schemeClr val="tx2">
                  <a:lumMod val="75000"/>
                </a:schemeClr>
              </a:solidFill>
              <a:latin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ACE348EB-D953-C685-B4F3-62E1A1615DCD}"/>
              </a:ext>
            </a:extLst>
          </p:cNvPr>
          <p:cNvGrpSpPr/>
          <p:nvPr/>
        </p:nvGrpSpPr>
        <p:grpSpPr>
          <a:xfrm>
            <a:off x="1003934" y="1268473"/>
            <a:ext cx="4977765" cy="2608201"/>
            <a:chOff x="1003934" y="1268473"/>
            <a:chExt cx="4977765" cy="2608201"/>
          </a:xfrm>
        </p:grpSpPr>
        <p:sp>
          <p:nvSpPr>
            <p:cNvPr id="3" name="Shape 2">
              <a:extLst>
                <a:ext uri="{FF2B5EF4-FFF2-40B4-BE49-F238E27FC236}">
                  <a16:creationId xmlns:a16="http://schemas.microsoft.com/office/drawing/2014/main" id="{5ED5187C-0F69-CC51-5961-55D35A50B12C}"/>
                </a:ext>
              </a:extLst>
            </p:cNvPr>
            <p:cNvSpPr/>
            <p:nvPr/>
          </p:nvSpPr>
          <p:spPr>
            <a:xfrm>
              <a:off x="1003934" y="1268473"/>
              <a:ext cx="4977765" cy="2608201"/>
            </a:xfrm>
            <a:prstGeom prst="rect">
              <a:avLst/>
            </a:prstGeom>
            <a:solidFill>
              <a:srgbClr val="BF1733">
                <a:alpha val="84706"/>
              </a:srgbClr>
            </a:solidFill>
            <a:ln w="12700">
              <a:solidFill>
                <a:schemeClr val="tx1"/>
              </a:solidFill>
              <a:prstDash val="solid"/>
            </a:ln>
          </p:spPr>
        </p:sp>
        <p:sp>
          <p:nvSpPr>
            <p:cNvPr id="11" name="Shape 3">
              <a:extLst>
                <a:ext uri="{FF2B5EF4-FFF2-40B4-BE49-F238E27FC236}">
                  <a16:creationId xmlns:a16="http://schemas.microsoft.com/office/drawing/2014/main" id="{CA4A85FF-049E-1AFB-3A94-4252F24EA5A8}"/>
                </a:ext>
              </a:extLst>
            </p:cNvPr>
            <p:cNvSpPr/>
            <p:nvPr/>
          </p:nvSpPr>
          <p:spPr>
            <a:xfrm>
              <a:off x="1003934" y="1268473"/>
              <a:ext cx="113131" cy="2608201"/>
            </a:xfrm>
            <a:prstGeom prst="rect">
              <a:avLst/>
            </a:prstGeom>
            <a:solidFill>
              <a:srgbClr val="F18B9C"/>
            </a:solidFill>
            <a:ln w="12700">
              <a:solidFill>
                <a:srgbClr val="CE1836"/>
              </a:solidFill>
              <a:prstDash val="solid"/>
            </a:ln>
          </p:spPr>
        </p:sp>
      </p:grpSp>
      <p:sp>
        <p:nvSpPr>
          <p:cNvPr id="22" name="Text 4">
            <a:extLst>
              <a:ext uri="{FF2B5EF4-FFF2-40B4-BE49-F238E27FC236}">
                <a16:creationId xmlns:a16="http://schemas.microsoft.com/office/drawing/2014/main" id="{9717FB5B-A1DA-05A5-0FB5-FA35B93EE4B4}"/>
              </a:ext>
            </a:extLst>
          </p:cNvPr>
          <p:cNvSpPr/>
          <p:nvPr/>
        </p:nvSpPr>
        <p:spPr>
          <a:xfrm>
            <a:off x="1664016" y="1362947"/>
            <a:ext cx="3657600" cy="365760"/>
          </a:xfrm>
          <a:prstGeom prst="rect">
            <a:avLst/>
          </a:prstGeom>
          <a:noFill/>
          <a:ln/>
        </p:spPr>
        <p:txBody>
          <a:bodyPr wrap="square" lIns="0" tIns="0" rIns="0" bIns="0" rtlCol="0" anchor="ctr"/>
          <a:lstStyle/>
          <a:p>
            <a:pPr marL="0" indent="0" algn="ctr">
              <a:buNone/>
            </a:pPr>
            <a:r>
              <a:rPr lang="en-US" sz="2500" b="1" u="sng" dirty="0">
                <a:solidFill>
                  <a:srgbClr val="FFFFFF"/>
                </a:solidFill>
                <a:latin typeface="Calibri" pitchFamily="34" charset="0"/>
                <a:ea typeface="Calibri" pitchFamily="34" charset="-122"/>
                <a:cs typeface="Calibri" pitchFamily="34" charset="-120"/>
              </a:rPr>
              <a:t>Critical Decision Making</a:t>
            </a:r>
            <a:endParaRPr lang="en-US" sz="2500" u="sng" dirty="0"/>
          </a:p>
        </p:txBody>
      </p:sp>
      <p:sp>
        <p:nvSpPr>
          <p:cNvPr id="24" name="Text 5">
            <a:extLst>
              <a:ext uri="{FF2B5EF4-FFF2-40B4-BE49-F238E27FC236}">
                <a16:creationId xmlns:a16="http://schemas.microsoft.com/office/drawing/2014/main" id="{150263FD-0FAB-EF8B-0E62-32ABFD990449}"/>
              </a:ext>
            </a:extLst>
          </p:cNvPr>
          <p:cNvSpPr/>
          <p:nvPr/>
        </p:nvSpPr>
        <p:spPr>
          <a:xfrm>
            <a:off x="1282799" y="1969138"/>
            <a:ext cx="4575076" cy="1459862"/>
          </a:xfrm>
          <a:prstGeom prst="rect">
            <a:avLst/>
          </a:prstGeom>
          <a:noFill/>
          <a:ln/>
        </p:spPr>
        <p:txBody>
          <a:bodyPr wrap="square" lIns="0" tIns="0" rIns="0" bIns="0" rtlCol="0" anchor="ctr"/>
          <a:lstStyle/>
          <a:p>
            <a:pPr marL="0" indent="0">
              <a:buNone/>
            </a:pPr>
            <a:r>
              <a:rPr lang="en-US" sz="2000" dirty="0">
                <a:solidFill>
                  <a:srgbClr val="E0E0E0"/>
                </a:solidFill>
                <a:latin typeface="Calibri" pitchFamily="34" charset="0"/>
                <a:ea typeface="Calibri" pitchFamily="34" charset="-122"/>
                <a:cs typeface="Calibri" pitchFamily="34" charset="-120"/>
              </a:rPr>
              <a:t>You evaluate facts before acting — not just follow trends or pressure.</a:t>
            </a:r>
            <a:endParaRPr lang="en-US" sz="2000" dirty="0"/>
          </a:p>
        </p:txBody>
      </p:sp>
      <p:sp>
        <p:nvSpPr>
          <p:cNvPr id="25" name="Text 4">
            <a:extLst>
              <a:ext uri="{FF2B5EF4-FFF2-40B4-BE49-F238E27FC236}">
                <a16:creationId xmlns:a16="http://schemas.microsoft.com/office/drawing/2014/main" id="{99CE3E55-72EF-E706-CDDC-087829C4CCCD}"/>
              </a:ext>
            </a:extLst>
          </p:cNvPr>
          <p:cNvSpPr/>
          <p:nvPr/>
        </p:nvSpPr>
        <p:spPr>
          <a:xfrm>
            <a:off x="6870384" y="1297920"/>
            <a:ext cx="3657600" cy="365760"/>
          </a:xfrm>
          <a:prstGeom prst="rect">
            <a:avLst/>
          </a:prstGeom>
          <a:noFill/>
          <a:ln/>
        </p:spPr>
        <p:txBody>
          <a:bodyPr wrap="square" lIns="0" tIns="0" rIns="0" bIns="0" rtlCol="0" anchor="ctr"/>
          <a:lstStyle/>
          <a:p>
            <a:pPr algn="ctr"/>
            <a:r>
              <a:rPr lang="en-US" sz="2500" b="1" u="sng" dirty="0">
                <a:solidFill>
                  <a:srgbClr val="FFFFFF"/>
                </a:solidFill>
                <a:latin typeface="Calibri" pitchFamily="34" charset="0"/>
                <a:ea typeface="Calibri" pitchFamily="34" charset="-122"/>
                <a:cs typeface="Calibri" pitchFamily="34" charset="-120"/>
              </a:rPr>
              <a:t>Resisting Manipulation</a:t>
            </a:r>
            <a:endParaRPr lang="en-US" sz="2500" u="sng" dirty="0"/>
          </a:p>
        </p:txBody>
      </p:sp>
      <p:sp>
        <p:nvSpPr>
          <p:cNvPr id="29" name="Text 5">
            <a:extLst>
              <a:ext uri="{FF2B5EF4-FFF2-40B4-BE49-F238E27FC236}">
                <a16:creationId xmlns:a16="http://schemas.microsoft.com/office/drawing/2014/main" id="{64771411-52C5-459F-F737-63C588FF17C4}"/>
              </a:ext>
            </a:extLst>
          </p:cNvPr>
          <p:cNvSpPr/>
          <p:nvPr/>
        </p:nvSpPr>
        <p:spPr>
          <a:xfrm>
            <a:off x="6435824" y="1969138"/>
            <a:ext cx="4575076" cy="1459862"/>
          </a:xfrm>
          <a:prstGeom prst="rect">
            <a:avLst/>
          </a:prstGeom>
          <a:noFill/>
          <a:ln/>
        </p:spPr>
        <p:txBody>
          <a:bodyPr wrap="square" lIns="0" tIns="0" rIns="0" bIns="0" rtlCol="0" anchor="ctr"/>
          <a:lstStyle/>
          <a:p>
            <a:r>
              <a:rPr lang="en-US" sz="2000" dirty="0">
                <a:solidFill>
                  <a:srgbClr val="E0E0E0"/>
                </a:solidFill>
                <a:latin typeface="Calibri" pitchFamily="34" charset="0"/>
                <a:ea typeface="Calibri" pitchFamily="34" charset="-122"/>
                <a:cs typeface="Calibri" pitchFamily="34" charset="-120"/>
              </a:rPr>
              <a:t>You can identify fake news, propaganda &amp; misleading ads more easily.</a:t>
            </a:r>
            <a:endParaRPr lang="en-US" sz="2000" dirty="0"/>
          </a:p>
        </p:txBody>
      </p:sp>
      <p:sp>
        <p:nvSpPr>
          <p:cNvPr id="30" name="Text 4">
            <a:extLst>
              <a:ext uri="{FF2B5EF4-FFF2-40B4-BE49-F238E27FC236}">
                <a16:creationId xmlns:a16="http://schemas.microsoft.com/office/drawing/2014/main" id="{8595B321-07CF-6EEA-EFB2-39A26B7EC567}"/>
              </a:ext>
            </a:extLst>
          </p:cNvPr>
          <p:cNvSpPr/>
          <p:nvPr/>
        </p:nvSpPr>
        <p:spPr>
          <a:xfrm>
            <a:off x="1664016" y="4010897"/>
            <a:ext cx="3657600" cy="365760"/>
          </a:xfrm>
          <a:prstGeom prst="rect">
            <a:avLst/>
          </a:prstGeom>
          <a:noFill/>
          <a:ln/>
        </p:spPr>
        <p:txBody>
          <a:bodyPr wrap="square" lIns="0" tIns="0" rIns="0" bIns="0" rtlCol="0" anchor="ctr"/>
          <a:lstStyle/>
          <a:p>
            <a:pPr algn="ctr"/>
            <a:r>
              <a:rPr lang="en-US" sz="2500" b="1" u="sng" dirty="0">
                <a:solidFill>
                  <a:srgbClr val="FFFFFF"/>
                </a:solidFill>
                <a:latin typeface="Calibri" pitchFamily="34" charset="0"/>
                <a:ea typeface="Calibri" pitchFamily="34" charset="-122"/>
                <a:cs typeface="Calibri" pitchFamily="34" charset="-120"/>
              </a:rPr>
              <a:t>Personal Growth</a:t>
            </a:r>
            <a:endParaRPr lang="en-US" sz="2500" u="sng" dirty="0"/>
          </a:p>
        </p:txBody>
      </p:sp>
      <p:sp>
        <p:nvSpPr>
          <p:cNvPr id="31" name="Text 5">
            <a:extLst>
              <a:ext uri="{FF2B5EF4-FFF2-40B4-BE49-F238E27FC236}">
                <a16:creationId xmlns:a16="http://schemas.microsoft.com/office/drawing/2014/main" id="{AC1AC923-92F1-471D-9931-1ED1D11D07BE}"/>
              </a:ext>
            </a:extLst>
          </p:cNvPr>
          <p:cNvSpPr/>
          <p:nvPr/>
        </p:nvSpPr>
        <p:spPr>
          <a:xfrm>
            <a:off x="1292324" y="4531363"/>
            <a:ext cx="4575076" cy="1459862"/>
          </a:xfrm>
          <a:prstGeom prst="rect">
            <a:avLst/>
          </a:prstGeom>
          <a:noFill/>
          <a:ln/>
        </p:spPr>
        <p:txBody>
          <a:bodyPr wrap="square" lIns="0" tIns="0" rIns="0" bIns="0" rtlCol="0" anchor="ctr"/>
          <a:lstStyle/>
          <a:p>
            <a:r>
              <a:rPr lang="en-US" sz="2000" dirty="0">
                <a:solidFill>
                  <a:srgbClr val="E0E0E0"/>
                </a:solidFill>
                <a:latin typeface="Calibri" pitchFamily="34" charset="0"/>
                <a:ea typeface="Calibri" pitchFamily="34" charset="-122"/>
                <a:cs typeface="Calibri" pitchFamily="34" charset="-120"/>
              </a:rPr>
              <a:t>Your values, goals &amp; identity are authentically yours — not borrowed.</a:t>
            </a:r>
            <a:endParaRPr lang="en-US" sz="2000" dirty="0"/>
          </a:p>
        </p:txBody>
      </p:sp>
      <p:sp>
        <p:nvSpPr>
          <p:cNvPr id="35" name="Text 4">
            <a:extLst>
              <a:ext uri="{FF2B5EF4-FFF2-40B4-BE49-F238E27FC236}">
                <a16:creationId xmlns:a16="http://schemas.microsoft.com/office/drawing/2014/main" id="{067FA80D-D082-7AF1-5B15-8994D95899F7}"/>
              </a:ext>
            </a:extLst>
          </p:cNvPr>
          <p:cNvSpPr/>
          <p:nvPr/>
        </p:nvSpPr>
        <p:spPr>
          <a:xfrm>
            <a:off x="6526054" y="4015579"/>
            <a:ext cx="4346259" cy="365760"/>
          </a:xfrm>
          <a:prstGeom prst="rect">
            <a:avLst/>
          </a:prstGeom>
          <a:noFill/>
          <a:ln/>
        </p:spPr>
        <p:txBody>
          <a:bodyPr wrap="square" lIns="0" tIns="0" rIns="0" bIns="0" rtlCol="0" anchor="ctr"/>
          <a:lstStyle/>
          <a:p>
            <a:pPr algn="ctr"/>
            <a:r>
              <a:rPr lang="en-US" sz="2500" b="1" u="sng" dirty="0">
                <a:solidFill>
                  <a:srgbClr val="FFFFFF"/>
                </a:solidFill>
                <a:latin typeface="Calibri" pitchFamily="34" charset="0"/>
                <a:ea typeface="Calibri" pitchFamily="34" charset="-122"/>
                <a:cs typeface="Calibri" pitchFamily="34" charset="-120"/>
              </a:rPr>
              <a:t>Innovation &amp; Leadership</a:t>
            </a:r>
            <a:endParaRPr lang="en-US" sz="2500" u="sng" dirty="0"/>
          </a:p>
        </p:txBody>
      </p:sp>
      <p:sp>
        <p:nvSpPr>
          <p:cNvPr id="36" name="Text 5">
            <a:extLst>
              <a:ext uri="{FF2B5EF4-FFF2-40B4-BE49-F238E27FC236}">
                <a16:creationId xmlns:a16="http://schemas.microsoft.com/office/drawing/2014/main" id="{D40448C7-DFC1-14F7-9AFD-7B219C0E995C}"/>
              </a:ext>
            </a:extLst>
          </p:cNvPr>
          <p:cNvSpPr/>
          <p:nvPr/>
        </p:nvSpPr>
        <p:spPr>
          <a:xfrm>
            <a:off x="6445349" y="4531363"/>
            <a:ext cx="4575076" cy="1459862"/>
          </a:xfrm>
          <a:prstGeom prst="rect">
            <a:avLst/>
          </a:prstGeom>
          <a:noFill/>
          <a:ln/>
        </p:spPr>
        <p:txBody>
          <a:bodyPr wrap="square" lIns="0" tIns="0" rIns="0" bIns="0" rtlCol="0" anchor="ctr"/>
          <a:lstStyle/>
          <a:p>
            <a:r>
              <a:rPr lang="en-US" sz="2000" dirty="0">
                <a:solidFill>
                  <a:srgbClr val="E0E0E0"/>
                </a:solidFill>
                <a:latin typeface="Calibri" pitchFamily="34" charset="0"/>
                <a:ea typeface="Calibri" pitchFamily="34" charset="-122"/>
                <a:cs typeface="Calibri" pitchFamily="34" charset="-120"/>
              </a:rPr>
              <a:t>Every breakthrough in history came from someone who dared to think differently.</a:t>
            </a:r>
            <a:endParaRPr lang="en-US" sz="2000" dirty="0"/>
          </a:p>
        </p:txBody>
      </p:sp>
      <p:pic>
        <p:nvPicPr>
          <p:cNvPr id="38" name="Graphic 37" descr="Lightbulb and gear">
            <a:extLst>
              <a:ext uri="{FF2B5EF4-FFF2-40B4-BE49-F238E27FC236}">
                <a16:creationId xmlns:a16="http://schemas.microsoft.com/office/drawing/2014/main" id="{E4BF4CD9-873E-554C-366A-5E3C4F095B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50499" y="3058054"/>
            <a:ext cx="684634" cy="684634"/>
          </a:xfrm>
          <a:prstGeom prst="rect">
            <a:avLst/>
          </a:prstGeom>
        </p:spPr>
      </p:pic>
      <p:pic>
        <p:nvPicPr>
          <p:cNvPr id="40" name="Graphic 39" descr="Puzzle pieces">
            <a:extLst>
              <a:ext uri="{FF2B5EF4-FFF2-40B4-BE49-F238E27FC236}">
                <a16:creationId xmlns:a16="http://schemas.microsoft.com/office/drawing/2014/main" id="{C0EFDE87-C10D-00EF-B56D-3A4E32F3307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00867" y="3048583"/>
            <a:ext cx="684634" cy="684634"/>
          </a:xfrm>
          <a:prstGeom prst="rect">
            <a:avLst/>
          </a:prstGeom>
        </p:spPr>
      </p:pic>
      <p:pic>
        <p:nvPicPr>
          <p:cNvPr id="42" name="Graphic 41" descr="Brain in head">
            <a:extLst>
              <a:ext uri="{FF2B5EF4-FFF2-40B4-BE49-F238E27FC236}">
                <a16:creationId xmlns:a16="http://schemas.microsoft.com/office/drawing/2014/main" id="{31749F19-240A-429A-94B9-7C96EBA42B8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54010" y="3086287"/>
            <a:ext cx="640294" cy="640294"/>
          </a:xfrm>
          <a:prstGeom prst="rect">
            <a:avLst/>
          </a:prstGeom>
        </p:spPr>
      </p:pic>
      <p:pic>
        <p:nvPicPr>
          <p:cNvPr id="26" name="Graphic 25" descr="Lollipop">
            <a:extLst>
              <a:ext uri="{FF2B5EF4-FFF2-40B4-BE49-F238E27FC236}">
                <a16:creationId xmlns:a16="http://schemas.microsoft.com/office/drawing/2014/main" id="{9D21BD18-680F-AC6A-C9E3-EB3061DE2BF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05049" y="3134282"/>
            <a:ext cx="589435" cy="589435"/>
          </a:xfrm>
          <a:prstGeom prst="rect">
            <a:avLst/>
          </a:prstGeom>
        </p:spPr>
      </p:pic>
      <p:pic>
        <p:nvPicPr>
          <p:cNvPr id="28" name="Graphic 27" descr="Head with gears">
            <a:extLst>
              <a:ext uri="{FF2B5EF4-FFF2-40B4-BE49-F238E27FC236}">
                <a16:creationId xmlns:a16="http://schemas.microsoft.com/office/drawing/2014/main" id="{74C5FAC9-30D7-FE65-34C8-CF3837D2913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16819" y="3102756"/>
            <a:ext cx="632035" cy="632035"/>
          </a:xfrm>
          <a:prstGeom prst="rect">
            <a:avLst/>
          </a:prstGeom>
        </p:spPr>
      </p:pic>
      <p:pic>
        <p:nvPicPr>
          <p:cNvPr id="33" name="Graphic 32" descr="Television">
            <a:extLst>
              <a:ext uri="{FF2B5EF4-FFF2-40B4-BE49-F238E27FC236}">
                <a16:creationId xmlns:a16="http://schemas.microsoft.com/office/drawing/2014/main" id="{F0269A34-9D56-653A-5CE1-888AF992378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106874" y="3042224"/>
            <a:ext cx="753099" cy="753099"/>
          </a:xfrm>
          <a:prstGeom prst="rect">
            <a:avLst/>
          </a:prstGeom>
        </p:spPr>
      </p:pic>
      <p:pic>
        <p:nvPicPr>
          <p:cNvPr id="37" name="Graphic 36" descr="User">
            <a:extLst>
              <a:ext uri="{FF2B5EF4-FFF2-40B4-BE49-F238E27FC236}">
                <a16:creationId xmlns:a16="http://schemas.microsoft.com/office/drawing/2014/main" id="{E185AEFD-C383-5C51-5964-5002185B1E9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466494" y="5896863"/>
            <a:ext cx="615326" cy="615326"/>
          </a:xfrm>
          <a:prstGeom prst="rect">
            <a:avLst/>
          </a:prstGeom>
        </p:spPr>
      </p:pic>
      <p:pic>
        <p:nvPicPr>
          <p:cNvPr id="41" name="Graphic 40" descr="Bar graph with upward trend">
            <a:extLst>
              <a:ext uri="{FF2B5EF4-FFF2-40B4-BE49-F238E27FC236}">
                <a16:creationId xmlns:a16="http://schemas.microsoft.com/office/drawing/2014/main" id="{CA6E3697-5748-5B30-C72F-07D6B13DBC30}"/>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185153" y="5944154"/>
            <a:ext cx="615326" cy="615326"/>
          </a:xfrm>
          <a:prstGeom prst="rect">
            <a:avLst/>
          </a:prstGeom>
        </p:spPr>
      </p:pic>
      <p:pic>
        <p:nvPicPr>
          <p:cNvPr id="44" name="Graphic 43" descr="Checklist">
            <a:extLst>
              <a:ext uri="{FF2B5EF4-FFF2-40B4-BE49-F238E27FC236}">
                <a16:creationId xmlns:a16="http://schemas.microsoft.com/office/drawing/2014/main" id="{146CF1F3-AE07-258D-6FEA-44BEE6DBE9C1}"/>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975738" y="5911272"/>
            <a:ext cx="615326" cy="615326"/>
          </a:xfrm>
          <a:prstGeom prst="rect">
            <a:avLst/>
          </a:prstGeom>
        </p:spPr>
      </p:pic>
      <p:pic>
        <p:nvPicPr>
          <p:cNvPr id="46" name="Graphic 45" descr="Crown">
            <a:extLst>
              <a:ext uri="{FF2B5EF4-FFF2-40B4-BE49-F238E27FC236}">
                <a16:creationId xmlns:a16="http://schemas.microsoft.com/office/drawing/2014/main" id="{EA3BEB40-B4A3-B9AD-096A-DA7A4FB1C58F}"/>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440280" y="5896863"/>
            <a:ext cx="585214" cy="585214"/>
          </a:xfrm>
          <a:prstGeom prst="rect">
            <a:avLst/>
          </a:prstGeom>
        </p:spPr>
      </p:pic>
      <p:pic>
        <p:nvPicPr>
          <p:cNvPr id="50" name="Graphic 49" descr="Business Growth">
            <a:extLst>
              <a:ext uri="{FF2B5EF4-FFF2-40B4-BE49-F238E27FC236}">
                <a16:creationId xmlns:a16="http://schemas.microsoft.com/office/drawing/2014/main" id="{D24E2364-97C7-51E0-D3BA-A5FCC1953CFA}"/>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619070" y="5879092"/>
            <a:ext cx="715119" cy="715119"/>
          </a:xfrm>
          <a:prstGeom prst="rect">
            <a:avLst/>
          </a:prstGeom>
        </p:spPr>
      </p:pic>
      <p:pic>
        <p:nvPicPr>
          <p:cNvPr id="52" name="Graphic 51" descr="Trophy">
            <a:extLst>
              <a:ext uri="{FF2B5EF4-FFF2-40B4-BE49-F238E27FC236}">
                <a16:creationId xmlns:a16="http://schemas.microsoft.com/office/drawing/2014/main" id="{E2D50CDB-1718-429F-85CD-A1A164187E78}"/>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147409" y="5911272"/>
            <a:ext cx="585214" cy="585214"/>
          </a:xfrm>
          <a:prstGeom prst="rect">
            <a:avLst/>
          </a:prstGeom>
        </p:spPr>
      </p:pic>
      <p:sp>
        <p:nvSpPr>
          <p:cNvPr id="74" name="Shape 20">
            <a:extLst>
              <a:ext uri="{FF2B5EF4-FFF2-40B4-BE49-F238E27FC236}">
                <a16:creationId xmlns:a16="http://schemas.microsoft.com/office/drawing/2014/main" id="{961F5911-201A-FD84-8A70-E258435A18CD}"/>
              </a:ext>
            </a:extLst>
          </p:cNvPr>
          <p:cNvSpPr/>
          <p:nvPr/>
        </p:nvSpPr>
        <p:spPr>
          <a:xfrm>
            <a:off x="-10063496" y="9391762"/>
            <a:ext cx="11355820" cy="388620"/>
          </a:xfrm>
          <a:prstGeom prst="rect">
            <a:avLst/>
          </a:prstGeom>
          <a:solidFill>
            <a:srgbClr val="E94560"/>
          </a:solidFill>
          <a:ln w="12700">
            <a:solidFill>
              <a:srgbClr val="E94560"/>
            </a:solidFill>
            <a:prstDash val="solid"/>
          </a:ln>
        </p:spPr>
      </p:sp>
      <p:sp>
        <p:nvSpPr>
          <p:cNvPr id="75" name="TextBox 74">
            <a:extLst>
              <a:ext uri="{FF2B5EF4-FFF2-40B4-BE49-F238E27FC236}">
                <a16:creationId xmlns:a16="http://schemas.microsoft.com/office/drawing/2014/main" id="{DACDEF80-8A36-F984-ACFF-951535BB3E5B}"/>
              </a:ext>
            </a:extLst>
          </p:cNvPr>
          <p:cNvSpPr txBox="1"/>
          <p:nvPr/>
        </p:nvSpPr>
        <p:spPr>
          <a:xfrm>
            <a:off x="18272501" y="-1197239"/>
            <a:ext cx="5748690" cy="861774"/>
          </a:xfrm>
          <a:prstGeom prst="rect">
            <a:avLst/>
          </a:prstGeom>
          <a:noFill/>
        </p:spPr>
        <p:txBody>
          <a:bodyPr wrap="none" rtlCol="0">
            <a:spAutoFit/>
          </a:bodyPr>
          <a:lstStyle/>
          <a:p>
            <a:r>
              <a:rPr lang="en-US" sz="5000" b="1" u="sng" dirty="0">
                <a:solidFill>
                  <a:schemeClr val="accent2">
                    <a:lumMod val="75000"/>
                  </a:schemeClr>
                </a:solidFill>
                <a:latin typeface="Calibri" pitchFamily="34" charset="0"/>
                <a:ea typeface="Calibri" pitchFamily="34" charset="-122"/>
                <a:cs typeface="Calibri" pitchFamily="34" charset="-120"/>
              </a:rPr>
              <a:t>REAL-LIFE EXAMPLES</a:t>
            </a:r>
            <a:endParaRPr lang="en-US" sz="5000" u="sng" dirty="0">
              <a:solidFill>
                <a:schemeClr val="accent2">
                  <a:lumMod val="75000"/>
                </a:schemeClr>
              </a:solidFill>
            </a:endParaRPr>
          </a:p>
        </p:txBody>
      </p:sp>
      <p:grpSp>
        <p:nvGrpSpPr>
          <p:cNvPr id="76" name="Group 75">
            <a:extLst>
              <a:ext uri="{FF2B5EF4-FFF2-40B4-BE49-F238E27FC236}">
                <a16:creationId xmlns:a16="http://schemas.microsoft.com/office/drawing/2014/main" id="{EF69DC56-88B8-C05E-ADA7-2B7A2AD6EF78}"/>
              </a:ext>
            </a:extLst>
          </p:cNvPr>
          <p:cNvGrpSpPr/>
          <p:nvPr/>
        </p:nvGrpSpPr>
        <p:grpSpPr>
          <a:xfrm>
            <a:off x="23096472" y="3005170"/>
            <a:ext cx="3290916" cy="4316153"/>
            <a:chOff x="1438102" y="1465811"/>
            <a:chExt cx="2743200" cy="3621024"/>
          </a:xfrm>
        </p:grpSpPr>
        <p:sp>
          <p:nvSpPr>
            <p:cNvPr id="77" name="Shape 2">
              <a:extLst>
                <a:ext uri="{FF2B5EF4-FFF2-40B4-BE49-F238E27FC236}">
                  <a16:creationId xmlns:a16="http://schemas.microsoft.com/office/drawing/2014/main" id="{6DDF75F4-9ACA-037B-7B9C-DB5AD69CCE21}"/>
                </a:ext>
              </a:extLst>
            </p:cNvPr>
            <p:cNvSpPr/>
            <p:nvPr/>
          </p:nvSpPr>
          <p:spPr>
            <a:xfrm>
              <a:off x="1438102" y="1520675"/>
              <a:ext cx="2743200" cy="35661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IN" dirty="0"/>
            </a:p>
          </p:txBody>
        </p:sp>
        <p:sp>
          <p:nvSpPr>
            <p:cNvPr id="78" name="Shape 3">
              <a:extLst>
                <a:ext uri="{FF2B5EF4-FFF2-40B4-BE49-F238E27FC236}">
                  <a16:creationId xmlns:a16="http://schemas.microsoft.com/office/drawing/2014/main" id="{CABD1385-69B4-7AB8-30AF-6F89E0AABD6C}"/>
                </a:ext>
              </a:extLst>
            </p:cNvPr>
            <p:cNvSpPr/>
            <p:nvPr/>
          </p:nvSpPr>
          <p:spPr>
            <a:xfrm>
              <a:off x="1438102" y="1465811"/>
              <a:ext cx="2743200" cy="54864"/>
            </a:xfrm>
            <a:prstGeom prst="rect">
              <a:avLst/>
            </a:prstGeom>
            <a:solidFill>
              <a:srgbClr val="E94560"/>
            </a:solidFill>
            <a:ln w="12700">
              <a:solidFill>
                <a:srgbClr val="E94560"/>
              </a:solidFill>
              <a:prstDash val="solid"/>
            </a:ln>
          </p:spPr>
        </p:sp>
      </p:grpSp>
      <p:grpSp>
        <p:nvGrpSpPr>
          <p:cNvPr id="79" name="Group 78">
            <a:extLst>
              <a:ext uri="{FF2B5EF4-FFF2-40B4-BE49-F238E27FC236}">
                <a16:creationId xmlns:a16="http://schemas.microsoft.com/office/drawing/2014/main" id="{991B6D13-0F47-38B7-20B5-834CA2DFEDC0}"/>
              </a:ext>
            </a:extLst>
          </p:cNvPr>
          <p:cNvGrpSpPr/>
          <p:nvPr/>
        </p:nvGrpSpPr>
        <p:grpSpPr>
          <a:xfrm>
            <a:off x="11188066" y="10549710"/>
            <a:ext cx="3290916" cy="4316153"/>
            <a:chOff x="1438102" y="1465811"/>
            <a:chExt cx="2743200" cy="3621024"/>
          </a:xfrm>
        </p:grpSpPr>
        <p:sp>
          <p:nvSpPr>
            <p:cNvPr id="80" name="Shape 2">
              <a:extLst>
                <a:ext uri="{FF2B5EF4-FFF2-40B4-BE49-F238E27FC236}">
                  <a16:creationId xmlns:a16="http://schemas.microsoft.com/office/drawing/2014/main" id="{10855A04-0847-2902-C71A-274676BF7544}"/>
                </a:ext>
              </a:extLst>
            </p:cNvPr>
            <p:cNvSpPr/>
            <p:nvPr/>
          </p:nvSpPr>
          <p:spPr>
            <a:xfrm>
              <a:off x="1438102" y="1520675"/>
              <a:ext cx="2743200" cy="35661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IN" dirty="0"/>
            </a:p>
          </p:txBody>
        </p:sp>
        <p:sp>
          <p:nvSpPr>
            <p:cNvPr id="81" name="Shape 3">
              <a:extLst>
                <a:ext uri="{FF2B5EF4-FFF2-40B4-BE49-F238E27FC236}">
                  <a16:creationId xmlns:a16="http://schemas.microsoft.com/office/drawing/2014/main" id="{8608365D-0BE4-0BA0-001B-5566CDC8ECF4}"/>
                </a:ext>
              </a:extLst>
            </p:cNvPr>
            <p:cNvSpPr/>
            <p:nvPr/>
          </p:nvSpPr>
          <p:spPr>
            <a:xfrm>
              <a:off x="1438102" y="1465811"/>
              <a:ext cx="2743200" cy="54864"/>
            </a:xfrm>
            <a:prstGeom prst="rect">
              <a:avLst/>
            </a:prstGeom>
            <a:solidFill>
              <a:srgbClr val="612F75"/>
            </a:solidFill>
            <a:ln w="12700">
              <a:solidFill>
                <a:srgbClr val="E94560"/>
              </a:solidFill>
              <a:prstDash val="solid"/>
            </a:ln>
          </p:spPr>
        </p:sp>
      </p:grpSp>
      <p:grpSp>
        <p:nvGrpSpPr>
          <p:cNvPr id="82" name="Group 81">
            <a:extLst>
              <a:ext uri="{FF2B5EF4-FFF2-40B4-BE49-F238E27FC236}">
                <a16:creationId xmlns:a16="http://schemas.microsoft.com/office/drawing/2014/main" id="{3C8DC9C5-35E5-3695-3361-9EC7BAC77F1F}"/>
              </a:ext>
            </a:extLst>
          </p:cNvPr>
          <p:cNvGrpSpPr/>
          <p:nvPr/>
        </p:nvGrpSpPr>
        <p:grpSpPr>
          <a:xfrm>
            <a:off x="15897902" y="2121199"/>
            <a:ext cx="3290916" cy="4316153"/>
            <a:chOff x="1438102" y="1465811"/>
            <a:chExt cx="2743200" cy="3621024"/>
          </a:xfrm>
        </p:grpSpPr>
        <p:sp>
          <p:nvSpPr>
            <p:cNvPr id="83" name="Shape 2">
              <a:extLst>
                <a:ext uri="{FF2B5EF4-FFF2-40B4-BE49-F238E27FC236}">
                  <a16:creationId xmlns:a16="http://schemas.microsoft.com/office/drawing/2014/main" id="{BD224874-1625-13AA-8E0E-C97743136845}"/>
                </a:ext>
              </a:extLst>
            </p:cNvPr>
            <p:cNvSpPr/>
            <p:nvPr/>
          </p:nvSpPr>
          <p:spPr>
            <a:xfrm>
              <a:off x="1438102" y="1520675"/>
              <a:ext cx="2743200" cy="35661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IN" dirty="0"/>
            </a:p>
          </p:txBody>
        </p:sp>
        <p:sp>
          <p:nvSpPr>
            <p:cNvPr id="84" name="Shape 3">
              <a:extLst>
                <a:ext uri="{FF2B5EF4-FFF2-40B4-BE49-F238E27FC236}">
                  <a16:creationId xmlns:a16="http://schemas.microsoft.com/office/drawing/2014/main" id="{7C9025FD-451C-7093-7E31-0BDD50C143CC}"/>
                </a:ext>
              </a:extLst>
            </p:cNvPr>
            <p:cNvSpPr/>
            <p:nvPr/>
          </p:nvSpPr>
          <p:spPr>
            <a:xfrm>
              <a:off x="1438102" y="1465811"/>
              <a:ext cx="2743200" cy="54864"/>
            </a:xfrm>
            <a:prstGeom prst="rect">
              <a:avLst/>
            </a:prstGeom>
            <a:solidFill>
              <a:srgbClr val="0070C0"/>
            </a:solidFill>
            <a:ln w="12700">
              <a:solidFill>
                <a:srgbClr val="E94560"/>
              </a:solidFill>
              <a:prstDash val="solid"/>
            </a:ln>
          </p:spPr>
        </p:sp>
      </p:grpSp>
      <p:sp>
        <p:nvSpPr>
          <p:cNvPr id="85" name="Oval 84">
            <a:extLst>
              <a:ext uri="{FF2B5EF4-FFF2-40B4-BE49-F238E27FC236}">
                <a16:creationId xmlns:a16="http://schemas.microsoft.com/office/drawing/2014/main" id="{645AE412-EC56-DCBB-2DD4-E4FDAD59E6CD}"/>
              </a:ext>
            </a:extLst>
          </p:cNvPr>
          <p:cNvSpPr/>
          <p:nvPr/>
        </p:nvSpPr>
        <p:spPr>
          <a:xfrm>
            <a:off x="-2337268" y="1663680"/>
            <a:ext cx="603250" cy="608099"/>
          </a:xfrm>
          <a:prstGeom prst="ellipse">
            <a:avLst/>
          </a:prstGeom>
          <a:solidFill>
            <a:srgbClr val="E945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01</a:t>
            </a:r>
            <a:endParaRPr lang="en-IN" b="1" dirty="0">
              <a:latin typeface="Calibri" panose="020F0502020204030204" pitchFamily="34" charset="0"/>
              <a:cs typeface="Calibri" panose="020F0502020204030204" pitchFamily="34" charset="0"/>
            </a:endParaRPr>
          </a:p>
        </p:txBody>
      </p:sp>
      <p:sp>
        <p:nvSpPr>
          <p:cNvPr id="86" name="Oval 85">
            <a:extLst>
              <a:ext uri="{FF2B5EF4-FFF2-40B4-BE49-F238E27FC236}">
                <a16:creationId xmlns:a16="http://schemas.microsoft.com/office/drawing/2014/main" id="{1F182A60-6980-CC7E-E61E-FD00547A9BBD}"/>
              </a:ext>
            </a:extLst>
          </p:cNvPr>
          <p:cNvSpPr/>
          <p:nvPr/>
        </p:nvSpPr>
        <p:spPr>
          <a:xfrm>
            <a:off x="-3975838" y="1647179"/>
            <a:ext cx="603250" cy="608099"/>
          </a:xfrm>
          <a:prstGeom prst="ellipse">
            <a:avLst/>
          </a:prstGeom>
          <a:solidFill>
            <a:srgbClr val="612F7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02</a:t>
            </a:r>
            <a:endParaRPr lang="en-IN" b="1" dirty="0">
              <a:latin typeface="Calibri" panose="020F0502020204030204" pitchFamily="34" charset="0"/>
              <a:cs typeface="Calibri" panose="020F0502020204030204" pitchFamily="34" charset="0"/>
            </a:endParaRPr>
          </a:p>
        </p:txBody>
      </p:sp>
      <p:sp>
        <p:nvSpPr>
          <p:cNvPr id="87" name="Oval 86">
            <a:extLst>
              <a:ext uri="{FF2B5EF4-FFF2-40B4-BE49-F238E27FC236}">
                <a16:creationId xmlns:a16="http://schemas.microsoft.com/office/drawing/2014/main" id="{67ECCDA7-FEEF-AC5C-561F-D15EACC4E338}"/>
              </a:ext>
            </a:extLst>
          </p:cNvPr>
          <p:cNvSpPr/>
          <p:nvPr/>
        </p:nvSpPr>
        <p:spPr>
          <a:xfrm>
            <a:off x="-5358810" y="1685221"/>
            <a:ext cx="603250" cy="608099"/>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03</a:t>
            </a:r>
            <a:endParaRPr lang="en-IN" b="1" dirty="0">
              <a:latin typeface="Calibri" panose="020F0502020204030204" pitchFamily="34" charset="0"/>
              <a:cs typeface="Calibri" panose="020F0502020204030204" pitchFamily="34" charset="0"/>
            </a:endParaRPr>
          </a:p>
        </p:txBody>
      </p:sp>
      <p:sp>
        <p:nvSpPr>
          <p:cNvPr id="88" name="TextBox 87">
            <a:extLst>
              <a:ext uri="{FF2B5EF4-FFF2-40B4-BE49-F238E27FC236}">
                <a16:creationId xmlns:a16="http://schemas.microsoft.com/office/drawing/2014/main" id="{41FC2D6D-7888-24EF-BBBE-BDBB8F90AEB3}"/>
              </a:ext>
            </a:extLst>
          </p:cNvPr>
          <p:cNvSpPr txBox="1"/>
          <p:nvPr/>
        </p:nvSpPr>
        <p:spPr>
          <a:xfrm>
            <a:off x="14920992" y="-1374210"/>
            <a:ext cx="3126509" cy="353943"/>
          </a:xfrm>
          <a:prstGeom prst="rect">
            <a:avLst/>
          </a:prstGeom>
          <a:noFill/>
        </p:spPr>
        <p:txBody>
          <a:bodyPr wrap="square">
            <a:spAutoFit/>
          </a:bodyPr>
          <a:lstStyle/>
          <a:p>
            <a:pPr marL="0" indent="0">
              <a:buNone/>
            </a:pPr>
            <a:r>
              <a:rPr lang="en-US" sz="1700" b="1" u="sng" dirty="0">
                <a:solidFill>
                  <a:srgbClr val="1A1A2E"/>
                </a:solidFill>
                <a:latin typeface="Calibri" pitchFamily="34" charset="0"/>
                <a:ea typeface="Calibri" pitchFamily="34" charset="-122"/>
                <a:cs typeface="Calibri" pitchFamily="34" charset="-120"/>
              </a:rPr>
              <a:t>The Exam Preparation Dilemma</a:t>
            </a:r>
            <a:endParaRPr lang="en-US" sz="1700" b="1" u="sng" dirty="0"/>
          </a:p>
        </p:txBody>
      </p:sp>
      <p:sp>
        <p:nvSpPr>
          <p:cNvPr id="89" name="TextBox 88">
            <a:extLst>
              <a:ext uri="{FF2B5EF4-FFF2-40B4-BE49-F238E27FC236}">
                <a16:creationId xmlns:a16="http://schemas.microsoft.com/office/drawing/2014/main" id="{1F71DD5F-AAE5-61C4-B910-53D4E0949744}"/>
              </a:ext>
            </a:extLst>
          </p:cNvPr>
          <p:cNvSpPr txBox="1"/>
          <p:nvPr/>
        </p:nvSpPr>
        <p:spPr>
          <a:xfrm>
            <a:off x="13253597" y="216191"/>
            <a:ext cx="3126509" cy="353943"/>
          </a:xfrm>
          <a:prstGeom prst="rect">
            <a:avLst/>
          </a:prstGeom>
          <a:noFill/>
        </p:spPr>
        <p:txBody>
          <a:bodyPr wrap="square">
            <a:spAutoFit/>
          </a:bodyPr>
          <a:lstStyle/>
          <a:p>
            <a:r>
              <a:rPr lang="en-US" sz="1700" b="1" u="sng" dirty="0">
                <a:solidFill>
                  <a:srgbClr val="1A1A2E"/>
                </a:solidFill>
                <a:latin typeface="Calibri" pitchFamily="34" charset="0"/>
                <a:ea typeface="Calibri" pitchFamily="34" charset="-122"/>
                <a:cs typeface="Calibri" pitchFamily="34" charset="-120"/>
              </a:rPr>
              <a:t>The Viral Trend Trap</a:t>
            </a:r>
            <a:endParaRPr lang="en-US" sz="1700" u="sng" dirty="0"/>
          </a:p>
        </p:txBody>
      </p:sp>
      <p:sp>
        <p:nvSpPr>
          <p:cNvPr id="90" name="TextBox 89">
            <a:extLst>
              <a:ext uri="{FF2B5EF4-FFF2-40B4-BE49-F238E27FC236}">
                <a16:creationId xmlns:a16="http://schemas.microsoft.com/office/drawing/2014/main" id="{AF2C5F66-A5E8-50E1-859F-D591C59021AC}"/>
              </a:ext>
            </a:extLst>
          </p:cNvPr>
          <p:cNvSpPr txBox="1"/>
          <p:nvPr/>
        </p:nvSpPr>
        <p:spPr>
          <a:xfrm>
            <a:off x="19126392" y="1164094"/>
            <a:ext cx="3126509" cy="353943"/>
          </a:xfrm>
          <a:prstGeom prst="rect">
            <a:avLst/>
          </a:prstGeom>
          <a:noFill/>
        </p:spPr>
        <p:txBody>
          <a:bodyPr wrap="square">
            <a:spAutoFit/>
          </a:bodyPr>
          <a:lstStyle/>
          <a:p>
            <a:r>
              <a:rPr lang="en-US" sz="1700" b="1" u="sng" dirty="0">
                <a:solidFill>
                  <a:srgbClr val="1A1A2E"/>
                </a:solidFill>
                <a:latin typeface="Calibri" pitchFamily="34" charset="0"/>
                <a:ea typeface="Calibri" pitchFamily="34" charset="-122"/>
                <a:cs typeface="Calibri" pitchFamily="34" charset="-120"/>
              </a:rPr>
              <a:t>The Opinion Test</a:t>
            </a:r>
            <a:endParaRPr lang="en-US" sz="1700" u="sng" dirty="0"/>
          </a:p>
        </p:txBody>
      </p:sp>
      <p:sp>
        <p:nvSpPr>
          <p:cNvPr id="91" name="Text 7">
            <a:extLst>
              <a:ext uri="{FF2B5EF4-FFF2-40B4-BE49-F238E27FC236}">
                <a16:creationId xmlns:a16="http://schemas.microsoft.com/office/drawing/2014/main" id="{70512557-789C-DE76-D0E0-AE2AC252F128}"/>
              </a:ext>
            </a:extLst>
          </p:cNvPr>
          <p:cNvSpPr/>
          <p:nvPr/>
        </p:nvSpPr>
        <p:spPr>
          <a:xfrm>
            <a:off x="-4003875" y="10322790"/>
            <a:ext cx="3024100" cy="1597515"/>
          </a:xfrm>
          <a:prstGeom prst="rect">
            <a:avLst/>
          </a:prstGeom>
          <a:noFill/>
          <a:ln/>
        </p:spPr>
        <p:txBody>
          <a:bodyPr wrap="square" lIns="0" tIns="0" rIns="0" bIns="0" rtlCol="0" anchor="ctr"/>
          <a:lstStyle/>
          <a:p>
            <a:pPr marL="0" indent="0" algn="ctr">
              <a:buNone/>
            </a:pPr>
            <a:r>
              <a:rPr lang="en-US" sz="1700" dirty="0">
                <a:solidFill>
                  <a:srgbClr val="444444"/>
                </a:solidFill>
                <a:latin typeface="Calibri" pitchFamily="34" charset="0"/>
                <a:ea typeface="Calibri" pitchFamily="34" charset="-122"/>
                <a:cs typeface="Calibri" pitchFamily="34" charset="-120"/>
              </a:rPr>
              <a:t>You plan to study, but your friends say </a:t>
            </a:r>
            <a:r>
              <a:rPr lang="en-US" sz="1700" dirty="0">
                <a:solidFill>
                  <a:srgbClr val="FF0000"/>
                </a:solidFill>
                <a:latin typeface="Calibri" pitchFamily="34" charset="0"/>
                <a:ea typeface="Calibri" pitchFamily="34" charset="-122"/>
                <a:cs typeface="Calibri" pitchFamily="34" charset="-120"/>
              </a:rPr>
              <a:t>'No one studies — just chill.' </a:t>
            </a:r>
            <a:r>
              <a:rPr lang="en-US" sz="1700" dirty="0">
                <a:solidFill>
                  <a:srgbClr val="444444"/>
                </a:solidFill>
                <a:latin typeface="Calibri" pitchFamily="34" charset="0"/>
                <a:ea typeface="Calibri" pitchFamily="34" charset="-122"/>
                <a:cs typeface="Calibri" pitchFamily="34" charset="-120"/>
              </a:rPr>
              <a:t>Choosing to study anyway = </a:t>
            </a:r>
            <a:r>
              <a:rPr lang="en-US" sz="1700" b="1" dirty="0">
                <a:solidFill>
                  <a:srgbClr val="0070C0"/>
                </a:solidFill>
                <a:latin typeface="Calibri" pitchFamily="34" charset="0"/>
                <a:ea typeface="Calibri" pitchFamily="34" charset="-122"/>
                <a:cs typeface="Calibri" pitchFamily="34" charset="-120"/>
              </a:rPr>
              <a:t>Independent Thinking</a:t>
            </a:r>
            <a:r>
              <a:rPr lang="en-US" sz="1700" dirty="0">
                <a:solidFill>
                  <a:srgbClr val="444444"/>
                </a:solidFill>
                <a:latin typeface="Calibri" pitchFamily="34" charset="0"/>
                <a:ea typeface="Calibri" pitchFamily="34" charset="-122"/>
                <a:cs typeface="Calibri" pitchFamily="34" charset="-120"/>
              </a:rPr>
              <a:t>.</a:t>
            </a:r>
            <a:endParaRPr lang="en-US" sz="1700" dirty="0"/>
          </a:p>
        </p:txBody>
      </p:sp>
      <p:sp>
        <p:nvSpPr>
          <p:cNvPr id="92" name="Text 7">
            <a:extLst>
              <a:ext uri="{FF2B5EF4-FFF2-40B4-BE49-F238E27FC236}">
                <a16:creationId xmlns:a16="http://schemas.microsoft.com/office/drawing/2014/main" id="{582D69A4-2063-F533-AB9E-E317F727BBB9}"/>
              </a:ext>
            </a:extLst>
          </p:cNvPr>
          <p:cNvSpPr/>
          <p:nvPr/>
        </p:nvSpPr>
        <p:spPr>
          <a:xfrm>
            <a:off x="3483129" y="8452372"/>
            <a:ext cx="3024100" cy="1597515"/>
          </a:xfrm>
          <a:prstGeom prst="rect">
            <a:avLst/>
          </a:prstGeom>
          <a:noFill/>
          <a:ln/>
        </p:spPr>
        <p:txBody>
          <a:bodyPr wrap="square" lIns="0" tIns="0" rIns="0" bIns="0" rtlCol="0" anchor="ctr"/>
          <a:lstStyle/>
          <a:p>
            <a:r>
              <a:rPr lang="en-US" sz="1700" dirty="0">
                <a:solidFill>
                  <a:srgbClr val="444444"/>
                </a:solidFill>
                <a:latin typeface="Calibri" pitchFamily="34" charset="0"/>
                <a:ea typeface="Calibri" pitchFamily="34" charset="-122"/>
                <a:cs typeface="Calibri" pitchFamily="34" charset="-120"/>
              </a:rPr>
              <a:t>A social media challenge goes viral. </a:t>
            </a:r>
            <a:r>
              <a:rPr lang="en-US" sz="1700" dirty="0">
                <a:solidFill>
                  <a:srgbClr val="7030A0"/>
                </a:solidFill>
                <a:latin typeface="Calibri" pitchFamily="34" charset="0"/>
                <a:ea typeface="Calibri" pitchFamily="34" charset="-122"/>
                <a:cs typeface="Calibri" pitchFamily="34" charset="-120"/>
              </a:rPr>
              <a:t>You follow it without questioning </a:t>
            </a:r>
            <a:r>
              <a:rPr lang="en-US" sz="1700" dirty="0">
                <a:solidFill>
                  <a:srgbClr val="444444"/>
                </a:solidFill>
                <a:latin typeface="Calibri" pitchFamily="34" charset="0"/>
                <a:ea typeface="Calibri" pitchFamily="34" charset="-122"/>
                <a:cs typeface="Calibri" pitchFamily="34" charset="-120"/>
              </a:rPr>
              <a:t>if it's safe, accurate, or ethical — that's being </a:t>
            </a:r>
            <a:r>
              <a:rPr lang="en-US" sz="1700" b="1" dirty="0">
                <a:solidFill>
                  <a:srgbClr val="FF0000"/>
                </a:solidFill>
                <a:latin typeface="Calibri" pitchFamily="34" charset="0"/>
                <a:ea typeface="Calibri" pitchFamily="34" charset="-122"/>
                <a:cs typeface="Calibri" pitchFamily="34" charset="-120"/>
              </a:rPr>
              <a:t>Easily Influenced</a:t>
            </a:r>
            <a:r>
              <a:rPr lang="en-US" sz="1700" dirty="0">
                <a:solidFill>
                  <a:srgbClr val="444444"/>
                </a:solidFill>
                <a:latin typeface="Calibri" pitchFamily="34" charset="0"/>
                <a:ea typeface="Calibri" pitchFamily="34" charset="-122"/>
                <a:cs typeface="Calibri" pitchFamily="34" charset="-120"/>
              </a:rPr>
              <a:t>.</a:t>
            </a:r>
            <a:endParaRPr lang="en-US" sz="1700" dirty="0"/>
          </a:p>
        </p:txBody>
      </p:sp>
      <p:sp>
        <p:nvSpPr>
          <p:cNvPr id="93" name="Text 7">
            <a:extLst>
              <a:ext uri="{FF2B5EF4-FFF2-40B4-BE49-F238E27FC236}">
                <a16:creationId xmlns:a16="http://schemas.microsoft.com/office/drawing/2014/main" id="{208AD045-462F-5F3B-421B-A197532E698A}"/>
              </a:ext>
            </a:extLst>
          </p:cNvPr>
          <p:cNvSpPr/>
          <p:nvPr/>
        </p:nvSpPr>
        <p:spPr>
          <a:xfrm>
            <a:off x="15677112" y="8452372"/>
            <a:ext cx="3024100" cy="1597515"/>
          </a:xfrm>
          <a:prstGeom prst="rect">
            <a:avLst/>
          </a:prstGeom>
          <a:noFill/>
          <a:ln/>
        </p:spPr>
        <p:txBody>
          <a:bodyPr wrap="square" lIns="0" tIns="0" rIns="0" bIns="0" rtlCol="0" anchor="ctr"/>
          <a:lstStyle/>
          <a:p>
            <a:r>
              <a:rPr lang="en-US" sz="1700" dirty="0">
                <a:solidFill>
                  <a:srgbClr val="444444"/>
                </a:solidFill>
                <a:latin typeface="Calibri" pitchFamily="34" charset="0"/>
                <a:ea typeface="Calibri" pitchFamily="34" charset="-122"/>
                <a:cs typeface="Calibri" pitchFamily="34" charset="-120"/>
              </a:rPr>
              <a:t>In a group debate, </a:t>
            </a:r>
            <a:r>
              <a:rPr lang="en-US" sz="1700" dirty="0">
                <a:solidFill>
                  <a:srgbClr val="FF0000"/>
                </a:solidFill>
                <a:latin typeface="Calibri" pitchFamily="34" charset="0"/>
                <a:ea typeface="Calibri" pitchFamily="34" charset="-122"/>
                <a:cs typeface="Calibri" pitchFamily="34" charset="-120"/>
              </a:rPr>
              <a:t>you change your answer when everyone else disagrees</a:t>
            </a:r>
            <a:r>
              <a:rPr lang="en-US" sz="1700" dirty="0">
                <a:solidFill>
                  <a:srgbClr val="444444"/>
                </a:solidFill>
                <a:latin typeface="Calibri" pitchFamily="34" charset="0"/>
                <a:ea typeface="Calibri" pitchFamily="34" charset="-122"/>
                <a:cs typeface="Calibri" pitchFamily="34" charset="-120"/>
              </a:rPr>
              <a:t> — even though you were right. </a:t>
            </a:r>
            <a:r>
              <a:rPr lang="en-US" sz="1700" b="1" dirty="0">
                <a:solidFill>
                  <a:srgbClr val="7030A0"/>
                </a:solidFill>
                <a:latin typeface="Calibri" pitchFamily="34" charset="0"/>
                <a:ea typeface="Calibri" pitchFamily="34" charset="-122"/>
                <a:cs typeface="Calibri" pitchFamily="34" charset="-120"/>
              </a:rPr>
              <a:t>Solomon Asch Conformity Experiment</a:t>
            </a:r>
            <a:r>
              <a:rPr lang="en-US" sz="1700" dirty="0">
                <a:solidFill>
                  <a:srgbClr val="444444"/>
                </a:solidFill>
                <a:latin typeface="Calibri" pitchFamily="34" charset="0"/>
                <a:ea typeface="Calibri" pitchFamily="34" charset="-122"/>
                <a:cs typeface="Calibri" pitchFamily="34" charset="-120"/>
              </a:rPr>
              <a:t> proves this </a:t>
            </a:r>
            <a:r>
              <a:rPr lang="en-US" sz="1700" dirty="0">
                <a:solidFill>
                  <a:schemeClr val="accent1">
                    <a:lumMod val="75000"/>
                  </a:schemeClr>
                </a:solidFill>
                <a:latin typeface="Calibri" pitchFamily="34" charset="0"/>
                <a:ea typeface="Calibri" pitchFamily="34" charset="-122"/>
                <a:cs typeface="Calibri" pitchFamily="34" charset="-120"/>
              </a:rPr>
              <a:t>happens to 75% of people</a:t>
            </a:r>
            <a:r>
              <a:rPr lang="en-US" sz="1700" dirty="0">
                <a:solidFill>
                  <a:srgbClr val="444444"/>
                </a:solidFill>
                <a:latin typeface="Calibri" pitchFamily="34" charset="0"/>
                <a:ea typeface="Calibri" pitchFamily="34" charset="-122"/>
                <a:cs typeface="Calibri" pitchFamily="34" charset="-120"/>
              </a:rPr>
              <a:t>.</a:t>
            </a:r>
            <a:endParaRPr lang="en-US" sz="1700" dirty="0"/>
          </a:p>
        </p:txBody>
      </p:sp>
      <p:pic>
        <p:nvPicPr>
          <p:cNvPr id="94" name="Graphic 93" descr="Open book">
            <a:extLst>
              <a:ext uri="{FF2B5EF4-FFF2-40B4-BE49-F238E27FC236}">
                <a16:creationId xmlns:a16="http://schemas.microsoft.com/office/drawing/2014/main" id="{0E4C69AB-2A76-E05E-E857-BFFEB32758B6}"/>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3417899" y="-2249274"/>
            <a:ext cx="914400" cy="914400"/>
          </a:xfrm>
          <a:prstGeom prst="rect">
            <a:avLst/>
          </a:prstGeom>
        </p:spPr>
      </p:pic>
      <p:pic>
        <p:nvPicPr>
          <p:cNvPr id="95" name="Graphic 94" descr="Dance">
            <a:extLst>
              <a:ext uri="{FF2B5EF4-FFF2-40B4-BE49-F238E27FC236}">
                <a16:creationId xmlns:a16="http://schemas.microsoft.com/office/drawing/2014/main" id="{EBB4C3D8-D9AC-5A04-4FE2-69BF00A281D5}"/>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5521424" y="-2249274"/>
            <a:ext cx="914400" cy="914400"/>
          </a:xfrm>
          <a:prstGeom prst="rect">
            <a:avLst/>
          </a:prstGeom>
        </p:spPr>
      </p:pic>
      <p:pic>
        <p:nvPicPr>
          <p:cNvPr id="96" name="Graphic 95" descr="Group of men">
            <a:extLst>
              <a:ext uri="{FF2B5EF4-FFF2-40B4-BE49-F238E27FC236}">
                <a16:creationId xmlns:a16="http://schemas.microsoft.com/office/drawing/2014/main" id="{2F9C89BE-B7C1-A7B4-38AC-A4B7F1121A48}"/>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0232446" y="10664347"/>
            <a:ext cx="914400" cy="914400"/>
          </a:xfrm>
          <a:prstGeom prst="rect">
            <a:avLst/>
          </a:prstGeom>
        </p:spPr>
      </p:pic>
      <p:pic>
        <p:nvPicPr>
          <p:cNvPr id="97" name="Graphic 96" descr="Man">
            <a:extLst>
              <a:ext uri="{FF2B5EF4-FFF2-40B4-BE49-F238E27FC236}">
                <a16:creationId xmlns:a16="http://schemas.microsoft.com/office/drawing/2014/main" id="{DB2429FC-8384-985B-5DE4-2F9B6EFD89A2}"/>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4129533" y="9401247"/>
            <a:ext cx="818591" cy="818591"/>
          </a:xfrm>
          <a:prstGeom prst="rect">
            <a:avLst/>
          </a:prstGeom>
        </p:spPr>
      </p:pic>
      <p:sp>
        <p:nvSpPr>
          <p:cNvPr id="98" name="TextBox 97">
            <a:extLst>
              <a:ext uri="{FF2B5EF4-FFF2-40B4-BE49-F238E27FC236}">
                <a16:creationId xmlns:a16="http://schemas.microsoft.com/office/drawing/2014/main" id="{EB9008BD-C741-C8E6-153E-EDA415B902F4}"/>
              </a:ext>
            </a:extLst>
          </p:cNvPr>
          <p:cNvSpPr txBox="1"/>
          <p:nvPr/>
        </p:nvSpPr>
        <p:spPr>
          <a:xfrm>
            <a:off x="2732272" y="14144287"/>
            <a:ext cx="8759766" cy="369332"/>
          </a:xfrm>
          <a:prstGeom prst="rect">
            <a:avLst/>
          </a:prstGeom>
          <a:noFill/>
        </p:spPr>
        <p:txBody>
          <a:bodyPr wrap="square">
            <a:spAutoFit/>
          </a:bodyPr>
          <a:lstStyle/>
          <a:p>
            <a:pPr marL="0" indent="0">
              <a:buNone/>
            </a:pPr>
            <a:r>
              <a:rPr lang="en-US" sz="1800" b="1" dirty="0">
                <a:solidFill>
                  <a:schemeClr val="bg1"/>
                </a:solidFill>
                <a:latin typeface="Calibri" panose="020F0502020204030204" pitchFamily="34" charset="0"/>
                <a:ea typeface="Calibri" pitchFamily="34" charset="-122"/>
                <a:cs typeface="Calibri" panose="020F0502020204030204" pitchFamily="34" charset="0"/>
              </a:rPr>
              <a:t>Ask the Audience: Have you ever changed your opinion just to fit in? Raise your hand!</a:t>
            </a:r>
            <a:endParaRPr lang="en-US" sz="1800" dirty="0">
              <a:solidFill>
                <a:schemeClr val="bg1"/>
              </a:solidFill>
              <a:latin typeface="Calibri" panose="020F0502020204030204" pitchFamily="34" charset="0"/>
              <a:cs typeface="Calibri" panose="020F0502020204030204" pitchFamily="34" charset="0"/>
            </a:endParaRPr>
          </a:p>
        </p:txBody>
      </p:sp>
      <p:pic>
        <p:nvPicPr>
          <p:cNvPr id="99" name="Image 1" descr="preencoded.png">
            <a:extLst>
              <a:ext uri="{FF2B5EF4-FFF2-40B4-BE49-F238E27FC236}">
                <a16:creationId xmlns:a16="http://schemas.microsoft.com/office/drawing/2014/main" id="{6A91403E-0B83-6392-3D2A-3BE8B72F1B3B}"/>
              </a:ext>
            </a:extLst>
          </p:cNvPr>
          <p:cNvPicPr>
            <a:picLocks noChangeAspect="1"/>
          </p:cNvPicPr>
          <p:nvPr/>
        </p:nvPicPr>
        <p:blipFill>
          <a:blip r:embed="rId35"/>
          <a:stretch>
            <a:fillRect/>
          </a:stretch>
        </p:blipFill>
        <p:spPr>
          <a:xfrm>
            <a:off x="8851758" y="9212385"/>
            <a:ext cx="347472" cy="347472"/>
          </a:xfrm>
          <a:prstGeom prst="rect">
            <a:avLst/>
          </a:prstGeom>
        </p:spPr>
      </p:pic>
    </p:spTree>
    <p:extLst>
      <p:ext uri="{BB962C8B-B14F-4D97-AF65-F5344CB8AC3E}">
        <p14:creationId xmlns:p14="http://schemas.microsoft.com/office/powerpoint/2010/main" val="4258115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066A6F5-AE67-A551-157C-C062DB355BF8}"/>
            </a:ext>
          </a:extLst>
        </p:cNvPr>
        <p:cNvGrpSpPr/>
        <p:nvPr/>
      </p:nvGrpSpPr>
      <p:grpSpPr>
        <a:xfrm>
          <a:off x="0" y="0"/>
          <a:ext cx="0" cy="0"/>
          <a:chOff x="0" y="0"/>
          <a:chExt cx="0" cy="0"/>
        </a:xfrm>
      </p:grpSpPr>
      <p:sp>
        <p:nvSpPr>
          <p:cNvPr id="27" name="Shape 20">
            <a:extLst>
              <a:ext uri="{FF2B5EF4-FFF2-40B4-BE49-F238E27FC236}">
                <a16:creationId xmlns:a16="http://schemas.microsoft.com/office/drawing/2014/main" id="{A46E1F12-51BB-438D-99B4-19AB7A21D07F}"/>
              </a:ext>
            </a:extLst>
          </p:cNvPr>
          <p:cNvSpPr/>
          <p:nvPr/>
        </p:nvSpPr>
        <p:spPr>
          <a:xfrm>
            <a:off x="836180" y="6460986"/>
            <a:ext cx="11355820" cy="388620"/>
          </a:xfrm>
          <a:prstGeom prst="rect">
            <a:avLst/>
          </a:prstGeom>
          <a:solidFill>
            <a:srgbClr val="E94560"/>
          </a:solidFill>
          <a:ln w="12700">
            <a:solidFill>
              <a:srgbClr val="E94560"/>
            </a:solidFill>
            <a:prstDash val="solid"/>
          </a:ln>
        </p:spPr>
      </p:sp>
      <p:sp>
        <p:nvSpPr>
          <p:cNvPr id="4" name="Rectangle 3">
            <a:extLst>
              <a:ext uri="{FF2B5EF4-FFF2-40B4-BE49-F238E27FC236}">
                <a16:creationId xmlns:a16="http://schemas.microsoft.com/office/drawing/2014/main" id="{D8B0C93A-375C-89A3-F074-47D3D07A93CA}"/>
              </a:ext>
            </a:extLst>
          </p:cNvPr>
          <p:cNvSpPr/>
          <p:nvPr/>
        </p:nvSpPr>
        <p:spPr>
          <a:xfrm>
            <a:off x="0" y="0"/>
            <a:ext cx="838200" cy="6858000"/>
          </a:xfrm>
          <a:prstGeom prst="rect">
            <a:avLst/>
          </a:prstGeom>
          <a:solidFill>
            <a:schemeClr val="accent2">
              <a:alpha val="8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Freeform: Shape 4">
            <a:extLst>
              <a:ext uri="{FF2B5EF4-FFF2-40B4-BE49-F238E27FC236}">
                <a16:creationId xmlns:a16="http://schemas.microsoft.com/office/drawing/2014/main" id="{EB9A6982-2F76-1F97-2574-82C4E6F5375E}"/>
              </a:ext>
            </a:extLst>
          </p:cNvPr>
          <p:cNvSpPr/>
          <p:nvPr/>
        </p:nvSpPr>
        <p:spPr>
          <a:xfrm>
            <a:off x="0" y="2275774"/>
            <a:ext cx="838200"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31F3E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6" name="Freeform: Shape 5">
            <a:extLst>
              <a:ext uri="{FF2B5EF4-FFF2-40B4-BE49-F238E27FC236}">
                <a16:creationId xmlns:a16="http://schemas.microsoft.com/office/drawing/2014/main" id="{E42F34B1-F228-5A3E-CF04-E96B3EA42F5A}"/>
              </a:ext>
            </a:extLst>
          </p:cNvPr>
          <p:cNvSpPr/>
          <p:nvPr/>
        </p:nvSpPr>
        <p:spPr>
          <a:xfrm>
            <a:off x="2208" y="3412965"/>
            <a:ext cx="835992"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ln>
                <a:solidFill>
                  <a:schemeClr val="tx1"/>
                </a:solidFill>
              </a:ln>
            </a:endParaRPr>
          </a:p>
        </p:txBody>
      </p:sp>
      <p:sp>
        <p:nvSpPr>
          <p:cNvPr id="7" name="Freeform: Shape 6">
            <a:extLst>
              <a:ext uri="{FF2B5EF4-FFF2-40B4-BE49-F238E27FC236}">
                <a16:creationId xmlns:a16="http://schemas.microsoft.com/office/drawing/2014/main" id="{D6363B56-1E3D-CCD7-0D23-5C4A7D4433BC}"/>
              </a:ext>
            </a:extLst>
          </p:cNvPr>
          <p:cNvSpPr/>
          <p:nvPr/>
        </p:nvSpPr>
        <p:spPr>
          <a:xfrm>
            <a:off x="-9525" y="4550857"/>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8" name="Freeform: Shape 7">
            <a:extLst>
              <a:ext uri="{FF2B5EF4-FFF2-40B4-BE49-F238E27FC236}">
                <a16:creationId xmlns:a16="http://schemas.microsoft.com/office/drawing/2014/main" id="{FA1AE82D-6AEE-B18A-F168-01258312D04E}"/>
              </a:ext>
            </a:extLst>
          </p:cNvPr>
          <p:cNvSpPr/>
          <p:nvPr/>
        </p:nvSpPr>
        <p:spPr>
          <a:xfrm>
            <a:off x="-9525" y="5697573"/>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17EDB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9" name="Freeform: Shape 8">
            <a:extLst>
              <a:ext uri="{FF2B5EF4-FFF2-40B4-BE49-F238E27FC236}">
                <a16:creationId xmlns:a16="http://schemas.microsoft.com/office/drawing/2014/main" id="{28449D1E-3BD7-485B-3067-299C9E82D968}"/>
              </a:ext>
            </a:extLst>
          </p:cNvPr>
          <p:cNvSpPr/>
          <p:nvPr/>
        </p:nvSpPr>
        <p:spPr>
          <a:xfrm>
            <a:off x="-2209" y="21094"/>
            <a:ext cx="11994184"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10" name="Freeform: Shape 9">
            <a:extLst>
              <a:ext uri="{FF2B5EF4-FFF2-40B4-BE49-F238E27FC236}">
                <a16:creationId xmlns:a16="http://schemas.microsoft.com/office/drawing/2014/main" id="{60E0180E-289F-1142-78F0-69A50BEF78B9}"/>
              </a:ext>
            </a:extLst>
          </p:cNvPr>
          <p:cNvSpPr/>
          <p:nvPr/>
        </p:nvSpPr>
        <p:spPr>
          <a:xfrm>
            <a:off x="0" y="1178314"/>
            <a:ext cx="838200" cy="106958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 name="TextBox 1">
            <a:extLst>
              <a:ext uri="{FF2B5EF4-FFF2-40B4-BE49-F238E27FC236}">
                <a16:creationId xmlns:a16="http://schemas.microsoft.com/office/drawing/2014/main" id="{B6BD34F0-4FCD-91B4-62B2-6FA52B9B19A9}"/>
              </a:ext>
            </a:extLst>
          </p:cNvPr>
          <p:cNvSpPr txBox="1"/>
          <p:nvPr/>
        </p:nvSpPr>
        <p:spPr>
          <a:xfrm>
            <a:off x="890559" y="154820"/>
            <a:ext cx="5748690" cy="861774"/>
          </a:xfrm>
          <a:prstGeom prst="rect">
            <a:avLst/>
          </a:prstGeom>
          <a:noFill/>
        </p:spPr>
        <p:txBody>
          <a:bodyPr wrap="none" rtlCol="0">
            <a:spAutoFit/>
          </a:bodyPr>
          <a:lstStyle/>
          <a:p>
            <a:r>
              <a:rPr lang="en-US" sz="5000" b="1" u="sng" dirty="0">
                <a:solidFill>
                  <a:schemeClr val="accent2">
                    <a:lumMod val="75000"/>
                  </a:schemeClr>
                </a:solidFill>
                <a:latin typeface="Calibri" pitchFamily="34" charset="0"/>
                <a:ea typeface="Calibri" pitchFamily="34" charset="-122"/>
                <a:cs typeface="Calibri" pitchFamily="34" charset="-120"/>
              </a:rPr>
              <a:t>REAL-LIFE EXAMPLES</a:t>
            </a:r>
            <a:endParaRPr lang="en-US" sz="5000" u="sng" dirty="0">
              <a:solidFill>
                <a:schemeClr val="accent2">
                  <a:lumMod val="75000"/>
                </a:schemeClr>
              </a:solidFill>
            </a:endParaRPr>
          </a:p>
        </p:txBody>
      </p:sp>
      <p:grpSp>
        <p:nvGrpSpPr>
          <p:cNvPr id="13" name="Group 12">
            <a:extLst>
              <a:ext uri="{FF2B5EF4-FFF2-40B4-BE49-F238E27FC236}">
                <a16:creationId xmlns:a16="http://schemas.microsoft.com/office/drawing/2014/main" id="{A1BE5F1E-92AC-62A6-E3DF-FF3B57646F26}"/>
              </a:ext>
            </a:extLst>
          </p:cNvPr>
          <p:cNvGrpSpPr/>
          <p:nvPr/>
        </p:nvGrpSpPr>
        <p:grpSpPr>
          <a:xfrm>
            <a:off x="1040938" y="1381420"/>
            <a:ext cx="3290916" cy="4316153"/>
            <a:chOff x="1438102" y="1465811"/>
            <a:chExt cx="2743200" cy="3621024"/>
          </a:xfrm>
        </p:grpSpPr>
        <p:sp>
          <p:nvSpPr>
            <p:cNvPr id="3" name="Shape 2">
              <a:extLst>
                <a:ext uri="{FF2B5EF4-FFF2-40B4-BE49-F238E27FC236}">
                  <a16:creationId xmlns:a16="http://schemas.microsoft.com/office/drawing/2014/main" id="{AEC0C86E-14A0-233A-7CD5-72AF594D5786}"/>
                </a:ext>
              </a:extLst>
            </p:cNvPr>
            <p:cNvSpPr/>
            <p:nvPr/>
          </p:nvSpPr>
          <p:spPr>
            <a:xfrm>
              <a:off x="1438102" y="1520675"/>
              <a:ext cx="2743200" cy="35661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IN" dirty="0"/>
            </a:p>
          </p:txBody>
        </p:sp>
        <p:sp>
          <p:nvSpPr>
            <p:cNvPr id="11" name="Shape 3">
              <a:extLst>
                <a:ext uri="{FF2B5EF4-FFF2-40B4-BE49-F238E27FC236}">
                  <a16:creationId xmlns:a16="http://schemas.microsoft.com/office/drawing/2014/main" id="{788B0E40-CADB-FB7D-B635-1F1019DCB253}"/>
                </a:ext>
              </a:extLst>
            </p:cNvPr>
            <p:cNvSpPr/>
            <p:nvPr/>
          </p:nvSpPr>
          <p:spPr>
            <a:xfrm>
              <a:off x="1438102" y="1465811"/>
              <a:ext cx="2743200" cy="54864"/>
            </a:xfrm>
            <a:prstGeom prst="rect">
              <a:avLst/>
            </a:prstGeom>
            <a:solidFill>
              <a:srgbClr val="E94560"/>
            </a:solidFill>
            <a:ln w="12700">
              <a:solidFill>
                <a:srgbClr val="E94560"/>
              </a:solidFill>
              <a:prstDash val="solid"/>
            </a:ln>
          </p:spPr>
        </p:sp>
      </p:grpSp>
      <p:sp>
        <p:nvSpPr>
          <p:cNvPr id="12" name="Text 5">
            <a:extLst>
              <a:ext uri="{FF2B5EF4-FFF2-40B4-BE49-F238E27FC236}">
                <a16:creationId xmlns:a16="http://schemas.microsoft.com/office/drawing/2014/main" id="{F7A5E215-A73B-83AA-B44F-937E8B8AB2F1}"/>
              </a:ext>
            </a:extLst>
          </p:cNvPr>
          <p:cNvSpPr/>
          <p:nvPr/>
        </p:nvSpPr>
        <p:spPr>
          <a:xfrm>
            <a:off x="1529542" y="1557251"/>
            <a:ext cx="502920" cy="502920"/>
          </a:xfrm>
          <a:prstGeom prst="rect">
            <a:avLst/>
          </a:prstGeom>
          <a:noFill/>
          <a:ln/>
        </p:spPr>
        <p:txBody>
          <a:bodyPr wrap="square" lIns="0" tIns="0" rIns="0" bIns="0" rtlCol="0" anchor="ctr"/>
          <a:lstStyle/>
          <a:p>
            <a:pPr marL="0" indent="0" algn="ctr">
              <a:buNone/>
            </a:pPr>
            <a:endParaRPr lang="en-US" sz="1300" dirty="0">
              <a:solidFill>
                <a:srgbClr val="FF0000"/>
              </a:solidFill>
            </a:endParaRPr>
          </a:p>
        </p:txBody>
      </p:sp>
      <p:grpSp>
        <p:nvGrpSpPr>
          <p:cNvPr id="14" name="Group 13">
            <a:extLst>
              <a:ext uri="{FF2B5EF4-FFF2-40B4-BE49-F238E27FC236}">
                <a16:creationId xmlns:a16="http://schemas.microsoft.com/office/drawing/2014/main" id="{C7CCA03A-90EF-A9E3-58D2-BFE5ADED603D}"/>
              </a:ext>
            </a:extLst>
          </p:cNvPr>
          <p:cNvGrpSpPr/>
          <p:nvPr/>
        </p:nvGrpSpPr>
        <p:grpSpPr>
          <a:xfrm>
            <a:off x="4534592" y="1381420"/>
            <a:ext cx="3290916" cy="4316153"/>
            <a:chOff x="1438102" y="1465811"/>
            <a:chExt cx="2743200" cy="3621024"/>
          </a:xfrm>
        </p:grpSpPr>
        <p:sp>
          <p:nvSpPr>
            <p:cNvPr id="15" name="Shape 2">
              <a:extLst>
                <a:ext uri="{FF2B5EF4-FFF2-40B4-BE49-F238E27FC236}">
                  <a16:creationId xmlns:a16="http://schemas.microsoft.com/office/drawing/2014/main" id="{929F3FA4-4CA1-758E-FF1E-E2A247370BB6}"/>
                </a:ext>
              </a:extLst>
            </p:cNvPr>
            <p:cNvSpPr/>
            <p:nvPr/>
          </p:nvSpPr>
          <p:spPr>
            <a:xfrm>
              <a:off x="1438102" y="1520675"/>
              <a:ext cx="2743200" cy="35661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IN" dirty="0"/>
            </a:p>
          </p:txBody>
        </p:sp>
        <p:sp>
          <p:nvSpPr>
            <p:cNvPr id="16" name="Shape 3">
              <a:extLst>
                <a:ext uri="{FF2B5EF4-FFF2-40B4-BE49-F238E27FC236}">
                  <a16:creationId xmlns:a16="http://schemas.microsoft.com/office/drawing/2014/main" id="{D8F7E0D0-049C-9752-C92B-4554CC4EC726}"/>
                </a:ext>
              </a:extLst>
            </p:cNvPr>
            <p:cNvSpPr/>
            <p:nvPr/>
          </p:nvSpPr>
          <p:spPr>
            <a:xfrm>
              <a:off x="1438102" y="1465811"/>
              <a:ext cx="2743200" cy="54864"/>
            </a:xfrm>
            <a:prstGeom prst="rect">
              <a:avLst/>
            </a:prstGeom>
            <a:solidFill>
              <a:srgbClr val="612F75"/>
            </a:solidFill>
            <a:ln w="12700">
              <a:solidFill>
                <a:srgbClr val="E94560"/>
              </a:solidFill>
              <a:prstDash val="solid"/>
            </a:ln>
          </p:spPr>
        </p:sp>
      </p:grpSp>
      <p:grpSp>
        <p:nvGrpSpPr>
          <p:cNvPr id="21" name="Group 20">
            <a:extLst>
              <a:ext uri="{FF2B5EF4-FFF2-40B4-BE49-F238E27FC236}">
                <a16:creationId xmlns:a16="http://schemas.microsoft.com/office/drawing/2014/main" id="{AFEA7AAE-E603-7ABD-4317-D7FB755CD6F2}"/>
              </a:ext>
            </a:extLst>
          </p:cNvPr>
          <p:cNvGrpSpPr/>
          <p:nvPr/>
        </p:nvGrpSpPr>
        <p:grpSpPr>
          <a:xfrm>
            <a:off x="8028246" y="1363930"/>
            <a:ext cx="3290916" cy="4316153"/>
            <a:chOff x="1438102" y="1465811"/>
            <a:chExt cx="2743200" cy="3621024"/>
          </a:xfrm>
        </p:grpSpPr>
        <p:sp>
          <p:nvSpPr>
            <p:cNvPr id="22" name="Shape 2">
              <a:extLst>
                <a:ext uri="{FF2B5EF4-FFF2-40B4-BE49-F238E27FC236}">
                  <a16:creationId xmlns:a16="http://schemas.microsoft.com/office/drawing/2014/main" id="{1BCC6EE0-DF12-2790-8CF4-CD7B60E7FECD}"/>
                </a:ext>
              </a:extLst>
            </p:cNvPr>
            <p:cNvSpPr/>
            <p:nvPr/>
          </p:nvSpPr>
          <p:spPr>
            <a:xfrm>
              <a:off x="1438102" y="1520675"/>
              <a:ext cx="2743200" cy="35661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IN" dirty="0"/>
            </a:p>
          </p:txBody>
        </p:sp>
        <p:sp>
          <p:nvSpPr>
            <p:cNvPr id="23" name="Shape 3">
              <a:extLst>
                <a:ext uri="{FF2B5EF4-FFF2-40B4-BE49-F238E27FC236}">
                  <a16:creationId xmlns:a16="http://schemas.microsoft.com/office/drawing/2014/main" id="{9D9809FD-86B2-C6BE-D1F4-7AE1CAA2AF83}"/>
                </a:ext>
              </a:extLst>
            </p:cNvPr>
            <p:cNvSpPr/>
            <p:nvPr/>
          </p:nvSpPr>
          <p:spPr>
            <a:xfrm>
              <a:off x="1438102" y="1465811"/>
              <a:ext cx="2743200" cy="54864"/>
            </a:xfrm>
            <a:prstGeom prst="rect">
              <a:avLst/>
            </a:prstGeom>
            <a:solidFill>
              <a:srgbClr val="0070C0"/>
            </a:solidFill>
            <a:ln w="12700">
              <a:solidFill>
                <a:srgbClr val="E94560"/>
              </a:solidFill>
              <a:prstDash val="solid"/>
            </a:ln>
          </p:spPr>
        </p:sp>
      </p:grpSp>
      <p:sp>
        <p:nvSpPr>
          <p:cNvPr id="24" name="Oval 23">
            <a:extLst>
              <a:ext uri="{FF2B5EF4-FFF2-40B4-BE49-F238E27FC236}">
                <a16:creationId xmlns:a16="http://schemas.microsoft.com/office/drawing/2014/main" id="{298844F5-CDE2-2BE9-DC61-8A6645F14091}"/>
              </a:ext>
            </a:extLst>
          </p:cNvPr>
          <p:cNvSpPr/>
          <p:nvPr/>
        </p:nvSpPr>
        <p:spPr>
          <a:xfrm>
            <a:off x="1225550" y="1557251"/>
            <a:ext cx="603250" cy="608099"/>
          </a:xfrm>
          <a:prstGeom prst="ellipse">
            <a:avLst/>
          </a:prstGeom>
          <a:solidFill>
            <a:srgbClr val="E945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01</a:t>
            </a:r>
            <a:endParaRPr lang="en-IN" b="1" dirty="0">
              <a:latin typeface="Calibri" panose="020F0502020204030204" pitchFamily="34" charset="0"/>
              <a:cs typeface="Calibri" panose="020F0502020204030204" pitchFamily="34" charset="0"/>
            </a:endParaRPr>
          </a:p>
        </p:txBody>
      </p:sp>
      <p:sp>
        <p:nvSpPr>
          <p:cNvPr id="25" name="Oval 24">
            <a:extLst>
              <a:ext uri="{FF2B5EF4-FFF2-40B4-BE49-F238E27FC236}">
                <a16:creationId xmlns:a16="http://schemas.microsoft.com/office/drawing/2014/main" id="{EA12C64C-3A2F-C26E-79C6-93CA46D471F8}"/>
              </a:ext>
            </a:extLst>
          </p:cNvPr>
          <p:cNvSpPr/>
          <p:nvPr/>
        </p:nvSpPr>
        <p:spPr>
          <a:xfrm>
            <a:off x="4768850" y="1557251"/>
            <a:ext cx="603250" cy="608099"/>
          </a:xfrm>
          <a:prstGeom prst="ellipse">
            <a:avLst/>
          </a:prstGeom>
          <a:solidFill>
            <a:srgbClr val="612F7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02</a:t>
            </a:r>
            <a:endParaRPr lang="en-IN" b="1" dirty="0">
              <a:latin typeface="Calibri" panose="020F0502020204030204" pitchFamily="34" charset="0"/>
              <a:cs typeface="Calibri" panose="020F0502020204030204" pitchFamily="34" charset="0"/>
            </a:endParaRPr>
          </a:p>
        </p:txBody>
      </p:sp>
      <p:sp>
        <p:nvSpPr>
          <p:cNvPr id="26" name="Oval 25">
            <a:extLst>
              <a:ext uri="{FF2B5EF4-FFF2-40B4-BE49-F238E27FC236}">
                <a16:creationId xmlns:a16="http://schemas.microsoft.com/office/drawing/2014/main" id="{CB68EBD5-0E3E-4DE2-0FDA-F5BA0955B673}"/>
              </a:ext>
            </a:extLst>
          </p:cNvPr>
          <p:cNvSpPr/>
          <p:nvPr/>
        </p:nvSpPr>
        <p:spPr>
          <a:xfrm>
            <a:off x="8213090" y="1559271"/>
            <a:ext cx="603250" cy="608099"/>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03</a:t>
            </a:r>
            <a:endParaRPr lang="en-IN" b="1" dirty="0">
              <a:latin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CA3E2157-66C1-D5FD-4D51-BC8E3A096F70}"/>
              </a:ext>
            </a:extLst>
          </p:cNvPr>
          <p:cNvSpPr txBox="1"/>
          <p:nvPr/>
        </p:nvSpPr>
        <p:spPr>
          <a:xfrm>
            <a:off x="1123141" y="2204257"/>
            <a:ext cx="3126509" cy="353943"/>
          </a:xfrm>
          <a:prstGeom prst="rect">
            <a:avLst/>
          </a:prstGeom>
          <a:noFill/>
        </p:spPr>
        <p:txBody>
          <a:bodyPr wrap="square">
            <a:spAutoFit/>
          </a:bodyPr>
          <a:lstStyle/>
          <a:p>
            <a:pPr marL="0" indent="0">
              <a:buNone/>
            </a:pPr>
            <a:r>
              <a:rPr lang="en-US" sz="1700" b="1" u="sng" dirty="0">
                <a:solidFill>
                  <a:srgbClr val="1A1A2E"/>
                </a:solidFill>
                <a:latin typeface="Calibri" pitchFamily="34" charset="0"/>
                <a:ea typeface="Calibri" pitchFamily="34" charset="-122"/>
                <a:cs typeface="Calibri" pitchFamily="34" charset="-120"/>
              </a:rPr>
              <a:t>The Exam Preparation Dilemma</a:t>
            </a:r>
            <a:endParaRPr lang="en-US" sz="1700" b="1" u="sng" dirty="0"/>
          </a:p>
        </p:txBody>
      </p:sp>
      <p:sp>
        <p:nvSpPr>
          <p:cNvPr id="30" name="TextBox 29">
            <a:extLst>
              <a:ext uri="{FF2B5EF4-FFF2-40B4-BE49-F238E27FC236}">
                <a16:creationId xmlns:a16="http://schemas.microsoft.com/office/drawing/2014/main" id="{7F6B4AC3-8EC0-1B12-DCE2-14D3B64E750B}"/>
              </a:ext>
            </a:extLst>
          </p:cNvPr>
          <p:cNvSpPr txBox="1"/>
          <p:nvPr/>
        </p:nvSpPr>
        <p:spPr>
          <a:xfrm>
            <a:off x="4665291" y="2208876"/>
            <a:ext cx="3126509" cy="353943"/>
          </a:xfrm>
          <a:prstGeom prst="rect">
            <a:avLst/>
          </a:prstGeom>
          <a:noFill/>
        </p:spPr>
        <p:txBody>
          <a:bodyPr wrap="square">
            <a:spAutoFit/>
          </a:bodyPr>
          <a:lstStyle/>
          <a:p>
            <a:r>
              <a:rPr lang="en-US" sz="1700" b="1" u="sng" dirty="0">
                <a:solidFill>
                  <a:srgbClr val="1A1A2E"/>
                </a:solidFill>
                <a:latin typeface="Calibri" pitchFamily="34" charset="0"/>
                <a:ea typeface="Calibri" pitchFamily="34" charset="-122"/>
                <a:cs typeface="Calibri" pitchFamily="34" charset="-120"/>
              </a:rPr>
              <a:t>The Viral Trend Trap</a:t>
            </a:r>
            <a:endParaRPr lang="en-US" sz="1700" u="sng" dirty="0"/>
          </a:p>
        </p:txBody>
      </p:sp>
      <p:sp>
        <p:nvSpPr>
          <p:cNvPr id="31" name="TextBox 30">
            <a:extLst>
              <a:ext uri="{FF2B5EF4-FFF2-40B4-BE49-F238E27FC236}">
                <a16:creationId xmlns:a16="http://schemas.microsoft.com/office/drawing/2014/main" id="{575DD42D-9024-3D89-FEF4-B3B778C1CED7}"/>
              </a:ext>
            </a:extLst>
          </p:cNvPr>
          <p:cNvSpPr txBox="1"/>
          <p:nvPr/>
        </p:nvSpPr>
        <p:spPr>
          <a:xfrm>
            <a:off x="8101237" y="2208875"/>
            <a:ext cx="3126509" cy="353943"/>
          </a:xfrm>
          <a:prstGeom prst="rect">
            <a:avLst/>
          </a:prstGeom>
          <a:noFill/>
        </p:spPr>
        <p:txBody>
          <a:bodyPr wrap="square">
            <a:spAutoFit/>
          </a:bodyPr>
          <a:lstStyle/>
          <a:p>
            <a:r>
              <a:rPr lang="en-US" sz="1700" b="1" u="sng" dirty="0">
                <a:solidFill>
                  <a:srgbClr val="1A1A2E"/>
                </a:solidFill>
                <a:latin typeface="Calibri" pitchFamily="34" charset="0"/>
                <a:ea typeface="Calibri" pitchFamily="34" charset="-122"/>
                <a:cs typeface="Calibri" pitchFamily="34" charset="-120"/>
              </a:rPr>
              <a:t>The Opinion Test</a:t>
            </a:r>
            <a:endParaRPr lang="en-US" sz="1700" u="sng" dirty="0"/>
          </a:p>
        </p:txBody>
      </p:sp>
      <p:sp>
        <p:nvSpPr>
          <p:cNvPr id="32" name="Text 7">
            <a:extLst>
              <a:ext uri="{FF2B5EF4-FFF2-40B4-BE49-F238E27FC236}">
                <a16:creationId xmlns:a16="http://schemas.microsoft.com/office/drawing/2014/main" id="{3083EC6A-D10B-F619-F78A-1CB769027FC1}"/>
              </a:ext>
            </a:extLst>
          </p:cNvPr>
          <p:cNvSpPr/>
          <p:nvPr/>
        </p:nvSpPr>
        <p:spPr>
          <a:xfrm>
            <a:off x="1225550" y="2702286"/>
            <a:ext cx="3024100" cy="1597515"/>
          </a:xfrm>
          <a:prstGeom prst="rect">
            <a:avLst/>
          </a:prstGeom>
          <a:noFill/>
          <a:ln/>
        </p:spPr>
        <p:txBody>
          <a:bodyPr wrap="square" lIns="0" tIns="0" rIns="0" bIns="0" rtlCol="0" anchor="ctr"/>
          <a:lstStyle/>
          <a:p>
            <a:pPr marL="0" indent="0" algn="ctr">
              <a:buNone/>
            </a:pPr>
            <a:r>
              <a:rPr lang="en-US" sz="1700" dirty="0">
                <a:solidFill>
                  <a:srgbClr val="444444"/>
                </a:solidFill>
                <a:latin typeface="Calibri" pitchFamily="34" charset="0"/>
                <a:ea typeface="Calibri" pitchFamily="34" charset="-122"/>
                <a:cs typeface="Calibri" pitchFamily="34" charset="-120"/>
              </a:rPr>
              <a:t>You plan to study, but your friends say </a:t>
            </a:r>
            <a:r>
              <a:rPr lang="en-US" sz="1700" dirty="0">
                <a:solidFill>
                  <a:srgbClr val="FF0000"/>
                </a:solidFill>
                <a:latin typeface="Calibri" pitchFamily="34" charset="0"/>
                <a:ea typeface="Calibri" pitchFamily="34" charset="-122"/>
                <a:cs typeface="Calibri" pitchFamily="34" charset="-120"/>
              </a:rPr>
              <a:t>'No one studies — just chill.' </a:t>
            </a:r>
            <a:r>
              <a:rPr lang="en-US" sz="1700" dirty="0">
                <a:solidFill>
                  <a:srgbClr val="444444"/>
                </a:solidFill>
                <a:latin typeface="Calibri" pitchFamily="34" charset="0"/>
                <a:ea typeface="Calibri" pitchFamily="34" charset="-122"/>
                <a:cs typeface="Calibri" pitchFamily="34" charset="-120"/>
              </a:rPr>
              <a:t>Choosing to study anyway = </a:t>
            </a:r>
            <a:r>
              <a:rPr lang="en-US" sz="1700" b="1" dirty="0">
                <a:solidFill>
                  <a:srgbClr val="0070C0"/>
                </a:solidFill>
                <a:latin typeface="Calibri" pitchFamily="34" charset="0"/>
                <a:ea typeface="Calibri" pitchFamily="34" charset="-122"/>
                <a:cs typeface="Calibri" pitchFamily="34" charset="-120"/>
              </a:rPr>
              <a:t>Independent Thinking</a:t>
            </a:r>
            <a:r>
              <a:rPr lang="en-US" sz="1700" dirty="0">
                <a:solidFill>
                  <a:srgbClr val="444444"/>
                </a:solidFill>
                <a:latin typeface="Calibri" pitchFamily="34" charset="0"/>
                <a:ea typeface="Calibri" pitchFamily="34" charset="-122"/>
                <a:cs typeface="Calibri" pitchFamily="34" charset="-120"/>
              </a:rPr>
              <a:t>.</a:t>
            </a:r>
            <a:endParaRPr lang="en-US" sz="1700" dirty="0"/>
          </a:p>
        </p:txBody>
      </p:sp>
      <p:sp>
        <p:nvSpPr>
          <p:cNvPr id="33" name="Text 7">
            <a:extLst>
              <a:ext uri="{FF2B5EF4-FFF2-40B4-BE49-F238E27FC236}">
                <a16:creationId xmlns:a16="http://schemas.microsoft.com/office/drawing/2014/main" id="{60AB4D87-4BB4-CDD0-7B53-E0C9CB4F4C58}"/>
              </a:ext>
            </a:extLst>
          </p:cNvPr>
          <p:cNvSpPr/>
          <p:nvPr/>
        </p:nvSpPr>
        <p:spPr>
          <a:xfrm>
            <a:off x="4684576" y="2706904"/>
            <a:ext cx="3024100" cy="1597515"/>
          </a:xfrm>
          <a:prstGeom prst="rect">
            <a:avLst/>
          </a:prstGeom>
          <a:noFill/>
          <a:ln/>
        </p:spPr>
        <p:txBody>
          <a:bodyPr wrap="square" lIns="0" tIns="0" rIns="0" bIns="0" rtlCol="0" anchor="ctr"/>
          <a:lstStyle/>
          <a:p>
            <a:r>
              <a:rPr lang="en-US" sz="1700" dirty="0">
                <a:solidFill>
                  <a:srgbClr val="444444"/>
                </a:solidFill>
                <a:latin typeface="Calibri" pitchFamily="34" charset="0"/>
                <a:ea typeface="Calibri" pitchFamily="34" charset="-122"/>
                <a:cs typeface="Calibri" pitchFamily="34" charset="-120"/>
              </a:rPr>
              <a:t>A social media challenge goes viral. </a:t>
            </a:r>
            <a:r>
              <a:rPr lang="en-US" sz="1700" dirty="0">
                <a:solidFill>
                  <a:srgbClr val="7030A0"/>
                </a:solidFill>
                <a:latin typeface="Calibri" pitchFamily="34" charset="0"/>
                <a:ea typeface="Calibri" pitchFamily="34" charset="-122"/>
                <a:cs typeface="Calibri" pitchFamily="34" charset="-120"/>
              </a:rPr>
              <a:t>You follow it without questioning </a:t>
            </a:r>
            <a:r>
              <a:rPr lang="en-US" sz="1700" dirty="0">
                <a:solidFill>
                  <a:srgbClr val="444444"/>
                </a:solidFill>
                <a:latin typeface="Calibri" pitchFamily="34" charset="0"/>
                <a:ea typeface="Calibri" pitchFamily="34" charset="-122"/>
                <a:cs typeface="Calibri" pitchFamily="34" charset="-120"/>
              </a:rPr>
              <a:t>if it's safe, accurate, or ethical — that's being </a:t>
            </a:r>
            <a:r>
              <a:rPr lang="en-US" sz="1700" b="1" dirty="0">
                <a:solidFill>
                  <a:srgbClr val="FF0000"/>
                </a:solidFill>
                <a:latin typeface="Calibri" pitchFamily="34" charset="0"/>
                <a:ea typeface="Calibri" pitchFamily="34" charset="-122"/>
                <a:cs typeface="Calibri" pitchFamily="34" charset="-120"/>
              </a:rPr>
              <a:t>Easily Influenced</a:t>
            </a:r>
            <a:r>
              <a:rPr lang="en-US" sz="1700" dirty="0">
                <a:solidFill>
                  <a:srgbClr val="444444"/>
                </a:solidFill>
                <a:latin typeface="Calibri" pitchFamily="34" charset="0"/>
                <a:ea typeface="Calibri" pitchFamily="34" charset="-122"/>
                <a:cs typeface="Calibri" pitchFamily="34" charset="-120"/>
              </a:rPr>
              <a:t>.</a:t>
            </a:r>
            <a:endParaRPr lang="en-US" sz="1700" dirty="0"/>
          </a:p>
        </p:txBody>
      </p:sp>
      <p:sp>
        <p:nvSpPr>
          <p:cNvPr id="34" name="Text 7">
            <a:extLst>
              <a:ext uri="{FF2B5EF4-FFF2-40B4-BE49-F238E27FC236}">
                <a16:creationId xmlns:a16="http://schemas.microsoft.com/office/drawing/2014/main" id="{C467CA19-ACEC-A4DA-F658-3D02D082FC60}"/>
              </a:ext>
            </a:extLst>
          </p:cNvPr>
          <p:cNvSpPr/>
          <p:nvPr/>
        </p:nvSpPr>
        <p:spPr>
          <a:xfrm>
            <a:off x="8162074" y="2702287"/>
            <a:ext cx="3024100" cy="1597515"/>
          </a:xfrm>
          <a:prstGeom prst="rect">
            <a:avLst/>
          </a:prstGeom>
          <a:noFill/>
          <a:ln/>
        </p:spPr>
        <p:txBody>
          <a:bodyPr wrap="square" lIns="0" tIns="0" rIns="0" bIns="0" rtlCol="0" anchor="ctr"/>
          <a:lstStyle/>
          <a:p>
            <a:r>
              <a:rPr lang="en-US" sz="1700" dirty="0">
                <a:solidFill>
                  <a:srgbClr val="444444"/>
                </a:solidFill>
                <a:latin typeface="Calibri" pitchFamily="34" charset="0"/>
                <a:ea typeface="Calibri" pitchFamily="34" charset="-122"/>
                <a:cs typeface="Calibri" pitchFamily="34" charset="-120"/>
              </a:rPr>
              <a:t>In a group debate, </a:t>
            </a:r>
            <a:r>
              <a:rPr lang="en-US" sz="1700" dirty="0">
                <a:solidFill>
                  <a:srgbClr val="FF0000"/>
                </a:solidFill>
                <a:latin typeface="Calibri" pitchFamily="34" charset="0"/>
                <a:ea typeface="Calibri" pitchFamily="34" charset="-122"/>
                <a:cs typeface="Calibri" pitchFamily="34" charset="-120"/>
              </a:rPr>
              <a:t>you change your answer when everyone else disagrees</a:t>
            </a:r>
            <a:r>
              <a:rPr lang="en-US" sz="1700" dirty="0">
                <a:solidFill>
                  <a:srgbClr val="444444"/>
                </a:solidFill>
                <a:latin typeface="Calibri" pitchFamily="34" charset="0"/>
                <a:ea typeface="Calibri" pitchFamily="34" charset="-122"/>
                <a:cs typeface="Calibri" pitchFamily="34" charset="-120"/>
              </a:rPr>
              <a:t> — even though you were right. </a:t>
            </a:r>
            <a:r>
              <a:rPr lang="en-US" sz="1700" b="1" dirty="0">
                <a:solidFill>
                  <a:srgbClr val="7030A0"/>
                </a:solidFill>
                <a:latin typeface="Calibri" pitchFamily="34" charset="0"/>
                <a:ea typeface="Calibri" pitchFamily="34" charset="-122"/>
                <a:cs typeface="Calibri" pitchFamily="34" charset="-120"/>
              </a:rPr>
              <a:t>Solomon Asch Conformity Experiment</a:t>
            </a:r>
            <a:r>
              <a:rPr lang="en-US" sz="1700" dirty="0">
                <a:solidFill>
                  <a:srgbClr val="444444"/>
                </a:solidFill>
                <a:latin typeface="Calibri" pitchFamily="34" charset="0"/>
                <a:ea typeface="Calibri" pitchFamily="34" charset="-122"/>
                <a:cs typeface="Calibri" pitchFamily="34" charset="-120"/>
              </a:rPr>
              <a:t> proves this </a:t>
            </a:r>
            <a:r>
              <a:rPr lang="en-US" sz="1700" dirty="0">
                <a:solidFill>
                  <a:schemeClr val="accent1">
                    <a:lumMod val="75000"/>
                  </a:schemeClr>
                </a:solidFill>
                <a:latin typeface="Calibri" pitchFamily="34" charset="0"/>
                <a:ea typeface="Calibri" pitchFamily="34" charset="-122"/>
                <a:cs typeface="Calibri" pitchFamily="34" charset="-120"/>
              </a:rPr>
              <a:t>happens to 75% of people</a:t>
            </a:r>
            <a:r>
              <a:rPr lang="en-US" sz="1700" dirty="0">
                <a:solidFill>
                  <a:srgbClr val="444444"/>
                </a:solidFill>
                <a:latin typeface="Calibri" pitchFamily="34" charset="0"/>
                <a:ea typeface="Calibri" pitchFamily="34" charset="-122"/>
                <a:cs typeface="Calibri" pitchFamily="34" charset="-120"/>
              </a:rPr>
              <a:t>.</a:t>
            </a:r>
            <a:endParaRPr lang="en-US" sz="1700" dirty="0"/>
          </a:p>
        </p:txBody>
      </p:sp>
      <p:pic>
        <p:nvPicPr>
          <p:cNvPr id="36" name="Graphic 35" descr="Open book">
            <a:extLst>
              <a:ext uri="{FF2B5EF4-FFF2-40B4-BE49-F238E27FC236}">
                <a16:creationId xmlns:a16="http://schemas.microsoft.com/office/drawing/2014/main" id="{56939FC0-044C-89CE-8E16-ADBFCCCE87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80400" y="4487379"/>
            <a:ext cx="914400" cy="914400"/>
          </a:xfrm>
          <a:prstGeom prst="rect">
            <a:avLst/>
          </a:prstGeom>
        </p:spPr>
      </p:pic>
      <p:pic>
        <p:nvPicPr>
          <p:cNvPr id="38" name="Graphic 37" descr="Dance">
            <a:extLst>
              <a:ext uri="{FF2B5EF4-FFF2-40B4-BE49-F238E27FC236}">
                <a16:creationId xmlns:a16="http://schemas.microsoft.com/office/drawing/2014/main" id="{0E8A9F2F-9538-D610-99E0-DA048CEE8F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71345" y="4421359"/>
            <a:ext cx="914400" cy="914400"/>
          </a:xfrm>
          <a:prstGeom prst="rect">
            <a:avLst/>
          </a:prstGeom>
        </p:spPr>
      </p:pic>
      <p:pic>
        <p:nvPicPr>
          <p:cNvPr id="40" name="Graphic 39" descr="Group of men">
            <a:extLst>
              <a:ext uri="{FF2B5EF4-FFF2-40B4-BE49-F238E27FC236}">
                <a16:creationId xmlns:a16="http://schemas.microsoft.com/office/drawing/2014/main" id="{6DD6360C-8D06-B4A9-3E88-37CE38359D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64254" y="4500058"/>
            <a:ext cx="914400" cy="914400"/>
          </a:xfrm>
          <a:prstGeom prst="rect">
            <a:avLst/>
          </a:prstGeom>
        </p:spPr>
      </p:pic>
      <p:pic>
        <p:nvPicPr>
          <p:cNvPr id="42" name="Graphic 41" descr="Man">
            <a:extLst>
              <a:ext uri="{FF2B5EF4-FFF2-40B4-BE49-F238E27FC236}">
                <a16:creationId xmlns:a16="http://schemas.microsoft.com/office/drawing/2014/main" id="{5DC1F415-DE12-9D87-B8C5-862393EE374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52220" y="4544815"/>
            <a:ext cx="818591" cy="818591"/>
          </a:xfrm>
          <a:prstGeom prst="rect">
            <a:avLst/>
          </a:prstGeom>
        </p:spPr>
      </p:pic>
      <p:sp>
        <p:nvSpPr>
          <p:cNvPr id="44" name="TextBox 43">
            <a:extLst>
              <a:ext uri="{FF2B5EF4-FFF2-40B4-BE49-F238E27FC236}">
                <a16:creationId xmlns:a16="http://schemas.microsoft.com/office/drawing/2014/main" id="{FAA8DE7D-AA72-C5F6-B2EB-D081E457211B}"/>
              </a:ext>
            </a:extLst>
          </p:cNvPr>
          <p:cNvSpPr txBox="1"/>
          <p:nvPr/>
        </p:nvSpPr>
        <p:spPr>
          <a:xfrm>
            <a:off x="1529543" y="6464250"/>
            <a:ext cx="8759766" cy="369332"/>
          </a:xfrm>
          <a:prstGeom prst="rect">
            <a:avLst/>
          </a:prstGeom>
          <a:noFill/>
        </p:spPr>
        <p:txBody>
          <a:bodyPr wrap="square">
            <a:spAutoFit/>
          </a:bodyPr>
          <a:lstStyle/>
          <a:p>
            <a:pPr marL="0" indent="0">
              <a:buNone/>
            </a:pPr>
            <a:r>
              <a:rPr lang="en-US" sz="1800" b="1" dirty="0">
                <a:solidFill>
                  <a:schemeClr val="bg1"/>
                </a:solidFill>
                <a:latin typeface="Calibri" panose="020F0502020204030204" pitchFamily="34" charset="0"/>
                <a:ea typeface="Calibri" pitchFamily="34" charset="-122"/>
                <a:cs typeface="Calibri" panose="020F0502020204030204" pitchFamily="34" charset="0"/>
              </a:rPr>
              <a:t>Ask the Audience: Have you ever changed your opinion just to fit in? Raise your hand!</a:t>
            </a:r>
            <a:endParaRPr lang="en-US" sz="1800" dirty="0">
              <a:solidFill>
                <a:schemeClr val="bg1"/>
              </a:solidFill>
              <a:latin typeface="Calibri" panose="020F0502020204030204" pitchFamily="34" charset="0"/>
              <a:cs typeface="Calibri" panose="020F0502020204030204" pitchFamily="34" charset="0"/>
            </a:endParaRPr>
          </a:p>
        </p:txBody>
      </p:sp>
      <p:pic>
        <p:nvPicPr>
          <p:cNvPr id="45" name="Image 1" descr="preencoded.png">
            <a:extLst>
              <a:ext uri="{FF2B5EF4-FFF2-40B4-BE49-F238E27FC236}">
                <a16:creationId xmlns:a16="http://schemas.microsoft.com/office/drawing/2014/main" id="{F4612036-BE12-113E-762C-12FC27856B61}"/>
              </a:ext>
            </a:extLst>
          </p:cNvPr>
          <p:cNvPicPr>
            <a:picLocks noChangeAspect="1"/>
          </p:cNvPicPr>
          <p:nvPr/>
        </p:nvPicPr>
        <p:blipFill>
          <a:blip r:embed="rId11"/>
          <a:stretch>
            <a:fillRect/>
          </a:stretch>
        </p:blipFill>
        <p:spPr>
          <a:xfrm>
            <a:off x="1010135" y="6481560"/>
            <a:ext cx="347472" cy="347472"/>
          </a:xfrm>
          <a:prstGeom prst="rect">
            <a:avLst/>
          </a:prstGeom>
        </p:spPr>
      </p:pic>
      <p:sp>
        <p:nvSpPr>
          <p:cNvPr id="17" name="TextBox 16">
            <a:extLst>
              <a:ext uri="{FF2B5EF4-FFF2-40B4-BE49-F238E27FC236}">
                <a16:creationId xmlns:a16="http://schemas.microsoft.com/office/drawing/2014/main" id="{3AC4B786-1A43-0D82-B5F3-2EA3F1767DC9}"/>
              </a:ext>
            </a:extLst>
          </p:cNvPr>
          <p:cNvSpPr txBox="1"/>
          <p:nvPr/>
        </p:nvSpPr>
        <p:spPr>
          <a:xfrm>
            <a:off x="14990787" y="127027"/>
            <a:ext cx="7895623" cy="861774"/>
          </a:xfrm>
          <a:prstGeom prst="rect">
            <a:avLst/>
          </a:prstGeom>
          <a:noFill/>
        </p:spPr>
        <p:txBody>
          <a:bodyPr wrap="none" rtlCol="0">
            <a:spAutoFit/>
          </a:bodyPr>
          <a:lstStyle/>
          <a:p>
            <a:r>
              <a:rPr lang="en-US" sz="5000" b="1" u="sng" dirty="0">
                <a:solidFill>
                  <a:schemeClr val="tx2">
                    <a:lumMod val="75000"/>
                  </a:schemeClr>
                </a:solidFill>
                <a:latin typeface="Calibri" pitchFamily="34" charset="0"/>
                <a:ea typeface="Calibri" pitchFamily="34" charset="-122"/>
                <a:cs typeface="Calibri" pitchFamily="34" charset="-120"/>
              </a:rPr>
              <a:t>CONCLUSION &amp; MY OPINION</a:t>
            </a:r>
            <a:endParaRPr lang="en-US" sz="5000" u="sng" dirty="0">
              <a:solidFill>
                <a:schemeClr val="tx2">
                  <a:lumMod val="75000"/>
                </a:schemeClr>
              </a:solidFill>
            </a:endParaRPr>
          </a:p>
        </p:txBody>
      </p:sp>
      <p:sp>
        <p:nvSpPr>
          <p:cNvPr id="18" name="TextBox 17">
            <a:extLst>
              <a:ext uri="{FF2B5EF4-FFF2-40B4-BE49-F238E27FC236}">
                <a16:creationId xmlns:a16="http://schemas.microsoft.com/office/drawing/2014/main" id="{409E4012-94F4-B77E-3E9A-CEB71F7ECE5B}"/>
              </a:ext>
            </a:extLst>
          </p:cNvPr>
          <p:cNvSpPr txBox="1"/>
          <p:nvPr/>
        </p:nvSpPr>
        <p:spPr>
          <a:xfrm>
            <a:off x="-5378392" y="1827230"/>
            <a:ext cx="2147063" cy="754053"/>
          </a:xfrm>
          <a:prstGeom prst="rect">
            <a:avLst/>
          </a:prstGeom>
          <a:noFill/>
        </p:spPr>
        <p:txBody>
          <a:bodyPr wrap="none" rtlCol="0">
            <a:spAutoFit/>
          </a:bodyPr>
          <a:lstStyle/>
          <a:p>
            <a:r>
              <a:rPr lang="en-US" sz="2500" b="1" u="sng" dirty="0">
                <a:solidFill>
                  <a:schemeClr val="tx2">
                    <a:lumMod val="75000"/>
                  </a:schemeClr>
                </a:solidFill>
                <a:latin typeface="Calibri" panose="020F0502020204030204" pitchFamily="34" charset="0"/>
                <a:ea typeface="Calibri" pitchFamily="34" charset="-122"/>
                <a:cs typeface="Calibri" panose="020F0502020204030204" pitchFamily="34" charset="0"/>
              </a:rPr>
              <a:t>My Viewpoint:</a:t>
            </a:r>
            <a:endParaRPr lang="en-US" sz="2500" u="sng" dirty="0">
              <a:solidFill>
                <a:schemeClr val="tx2">
                  <a:lumMod val="75000"/>
                </a:schemeClr>
              </a:solidFill>
              <a:latin typeface="Calibri" panose="020F0502020204030204" pitchFamily="34" charset="0"/>
              <a:cs typeface="Calibri" panose="020F0502020204030204" pitchFamily="34" charset="0"/>
            </a:endParaRPr>
          </a:p>
          <a:p>
            <a:endParaRPr lang="en-IN" dirty="0"/>
          </a:p>
        </p:txBody>
      </p:sp>
      <p:sp>
        <p:nvSpPr>
          <p:cNvPr id="19" name="TextBox 18">
            <a:extLst>
              <a:ext uri="{FF2B5EF4-FFF2-40B4-BE49-F238E27FC236}">
                <a16:creationId xmlns:a16="http://schemas.microsoft.com/office/drawing/2014/main" id="{AF930F08-CD43-4478-B283-47CE5435059A}"/>
              </a:ext>
            </a:extLst>
          </p:cNvPr>
          <p:cNvSpPr txBox="1"/>
          <p:nvPr/>
        </p:nvSpPr>
        <p:spPr>
          <a:xfrm>
            <a:off x="14082031" y="1357871"/>
            <a:ext cx="10182169" cy="1200329"/>
          </a:xfrm>
          <a:prstGeom prst="rect">
            <a:avLst/>
          </a:prstGeom>
          <a:noFill/>
        </p:spPr>
        <p:txBody>
          <a:bodyPr wrap="square" rtlCol="0">
            <a:spAutoFit/>
          </a:bodyPr>
          <a:lstStyle/>
          <a:p>
            <a:r>
              <a:rPr lang="en-US" b="1" i="1" dirty="0">
                <a:solidFill>
                  <a:srgbClr val="FFFFFF"/>
                </a:solidFill>
                <a:latin typeface="Calibri" panose="020F0502020204030204" pitchFamily="34" charset="0"/>
                <a:ea typeface="Calibri" pitchFamily="34" charset="-122"/>
                <a:cs typeface="Calibri" panose="020F0502020204030204" pitchFamily="34" charset="0"/>
              </a:rPr>
              <a:t>We are NOT fully independent thinkers — and that's okay, as long as we are AWARE of it. The danger is not influence itself, but unconscious influence. When we know we are being influenced, we can choose to accept or reject it.</a:t>
            </a:r>
            <a:endParaRPr lang="en-US" b="1" i="1"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p:txBody>
      </p:sp>
      <p:sp>
        <p:nvSpPr>
          <p:cNvPr id="20" name="Shape 5">
            <a:extLst>
              <a:ext uri="{FF2B5EF4-FFF2-40B4-BE49-F238E27FC236}">
                <a16:creationId xmlns:a16="http://schemas.microsoft.com/office/drawing/2014/main" id="{7F4432F3-5FF6-C12D-90AC-E6509182A7C6}"/>
              </a:ext>
            </a:extLst>
          </p:cNvPr>
          <p:cNvSpPr/>
          <p:nvPr/>
        </p:nvSpPr>
        <p:spPr>
          <a:xfrm>
            <a:off x="20368877" y="8193235"/>
            <a:ext cx="3328786" cy="2763229"/>
          </a:xfrm>
          <a:prstGeom prst="rect">
            <a:avLst/>
          </a:prstGeom>
          <a:solidFill>
            <a:srgbClr val="0F3460">
              <a:alpha val="94000"/>
            </a:srgbClr>
          </a:solidFill>
          <a:ln w="12700">
            <a:solidFill>
              <a:srgbClr val="0F3460"/>
            </a:solidFill>
            <a:prstDash val="solid"/>
          </a:ln>
        </p:spPr>
      </p:sp>
      <p:sp>
        <p:nvSpPr>
          <p:cNvPr id="28" name="TextBox 27">
            <a:extLst>
              <a:ext uri="{FF2B5EF4-FFF2-40B4-BE49-F238E27FC236}">
                <a16:creationId xmlns:a16="http://schemas.microsoft.com/office/drawing/2014/main" id="{85CB55FA-59F8-EDD4-B24F-B48C766927E1}"/>
              </a:ext>
            </a:extLst>
          </p:cNvPr>
          <p:cNvSpPr txBox="1"/>
          <p:nvPr/>
        </p:nvSpPr>
        <p:spPr>
          <a:xfrm>
            <a:off x="-209111" y="8357599"/>
            <a:ext cx="3133436" cy="369332"/>
          </a:xfrm>
          <a:prstGeom prst="rect">
            <a:avLst/>
          </a:prstGeom>
          <a:noFill/>
        </p:spPr>
        <p:txBody>
          <a:bodyPr wrap="square" rtlCol="0">
            <a:spAutoFit/>
          </a:bodyPr>
          <a:lstStyle/>
          <a:p>
            <a:pPr algn="ctr"/>
            <a:r>
              <a:rPr lang="en-US" b="1" u="sng" dirty="0">
                <a:solidFill>
                  <a:srgbClr val="FFC000"/>
                </a:solidFill>
                <a:latin typeface="Calibri" panose="020F0502020204030204" pitchFamily="34" charset="0"/>
                <a:cs typeface="Calibri" panose="020F0502020204030204" pitchFamily="34" charset="0"/>
              </a:rPr>
              <a:t>THINK BEFORE YOU FOLLOW</a:t>
            </a:r>
            <a:endParaRPr lang="en-IN" b="1" u="sng" dirty="0">
              <a:solidFill>
                <a:srgbClr val="FFC000"/>
              </a:solidFill>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A653C9E3-0065-806A-1CEC-1F7F258E5697}"/>
              </a:ext>
            </a:extLst>
          </p:cNvPr>
          <p:cNvSpPr txBox="1"/>
          <p:nvPr/>
        </p:nvSpPr>
        <p:spPr>
          <a:xfrm>
            <a:off x="3046614" y="9495065"/>
            <a:ext cx="3133436" cy="369332"/>
          </a:xfrm>
          <a:prstGeom prst="rect">
            <a:avLst/>
          </a:prstGeom>
          <a:noFill/>
        </p:spPr>
        <p:txBody>
          <a:bodyPr wrap="square" rtlCol="0">
            <a:spAutoFit/>
          </a:bodyPr>
          <a:lstStyle/>
          <a:p>
            <a:pPr algn="ctr"/>
            <a:r>
              <a:rPr lang="en-US" b="1" u="sng" dirty="0">
                <a:solidFill>
                  <a:srgbClr val="FFC000"/>
                </a:solidFill>
                <a:latin typeface="Calibri" panose="020F0502020204030204" pitchFamily="34" charset="0"/>
                <a:cs typeface="Calibri" panose="020F0502020204030204" pitchFamily="34" charset="0"/>
              </a:rPr>
              <a:t>INFLUENCE IS NATURAL</a:t>
            </a:r>
            <a:endParaRPr lang="en-IN" b="1" u="sng" dirty="0">
              <a:solidFill>
                <a:srgbClr val="FFC000"/>
              </a:solidFill>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E4A84FC0-92AB-31C1-5346-87447209763F}"/>
              </a:ext>
            </a:extLst>
          </p:cNvPr>
          <p:cNvSpPr txBox="1"/>
          <p:nvPr/>
        </p:nvSpPr>
        <p:spPr>
          <a:xfrm>
            <a:off x="7135543" y="9574850"/>
            <a:ext cx="3133436" cy="369332"/>
          </a:xfrm>
          <a:prstGeom prst="rect">
            <a:avLst/>
          </a:prstGeom>
          <a:noFill/>
        </p:spPr>
        <p:txBody>
          <a:bodyPr wrap="square" rtlCol="0">
            <a:spAutoFit/>
          </a:bodyPr>
          <a:lstStyle/>
          <a:p>
            <a:pPr algn="ctr"/>
            <a:r>
              <a:rPr lang="en-US" b="1" u="sng" dirty="0">
                <a:solidFill>
                  <a:srgbClr val="FFC000"/>
                </a:solidFill>
                <a:latin typeface="Calibri" panose="020F0502020204030204" pitchFamily="34" charset="0"/>
                <a:cs typeface="Calibri" panose="020F0502020204030204" pitchFamily="34" charset="0"/>
              </a:rPr>
              <a:t>YOUR VOICE MATTERS</a:t>
            </a:r>
            <a:endParaRPr lang="en-IN" b="1" u="sng" dirty="0">
              <a:solidFill>
                <a:srgbClr val="FFC000"/>
              </a:solidFill>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476CC4B3-72F5-2824-6AF8-7E967533CA03}"/>
              </a:ext>
            </a:extLst>
          </p:cNvPr>
          <p:cNvSpPr txBox="1"/>
          <p:nvPr/>
        </p:nvSpPr>
        <p:spPr>
          <a:xfrm>
            <a:off x="-531628" y="11054286"/>
            <a:ext cx="3031836" cy="1200329"/>
          </a:xfrm>
          <a:prstGeom prst="rect">
            <a:avLst/>
          </a:prstGeom>
          <a:noFill/>
        </p:spPr>
        <p:txBody>
          <a:bodyPr wrap="square" rtlCol="0">
            <a:spAutoFit/>
          </a:bodyPr>
          <a:lstStyle/>
          <a:p>
            <a:r>
              <a:rPr lang="en-US" i="1" dirty="0">
                <a:solidFill>
                  <a:schemeClr val="bg1"/>
                </a:solidFill>
                <a:latin typeface="Calibri" panose="020F0502020204030204" pitchFamily="34" charset="0"/>
                <a:ea typeface="Calibri" pitchFamily="34" charset="-122"/>
                <a:cs typeface="Calibri" panose="020F0502020204030204" pitchFamily="34" charset="0"/>
              </a:rPr>
              <a:t>Question trends, news &amp; opinions. </a:t>
            </a:r>
            <a:br>
              <a:rPr lang="en-US" i="1" dirty="0">
                <a:solidFill>
                  <a:schemeClr val="bg1"/>
                </a:solidFill>
                <a:latin typeface="Calibri" panose="020F0502020204030204" pitchFamily="34" charset="0"/>
                <a:ea typeface="Calibri" pitchFamily="34" charset="-122"/>
                <a:cs typeface="Calibri" panose="020F0502020204030204" pitchFamily="34" charset="0"/>
              </a:rPr>
            </a:br>
            <a:r>
              <a:rPr lang="en-US" i="1" dirty="0">
                <a:solidFill>
                  <a:schemeClr val="bg1"/>
                </a:solidFill>
                <a:latin typeface="Calibri" panose="020F0502020204030204" pitchFamily="34" charset="0"/>
                <a:ea typeface="Calibri" pitchFamily="34" charset="-122"/>
                <a:cs typeface="Calibri" panose="020F0502020204030204" pitchFamily="34" charset="0"/>
              </a:rPr>
              <a:t>Ask: Is </a:t>
            </a:r>
            <a:r>
              <a:rPr lang="en-US" i="1" dirty="0">
                <a:solidFill>
                  <a:schemeClr val="bg1"/>
                </a:solidFill>
                <a:latin typeface="Calibri" panose="020F0502020204030204" pitchFamily="34" charset="0"/>
                <a:cs typeface="Calibri" panose="020F0502020204030204" pitchFamily="34" charset="0"/>
              </a:rPr>
              <a:t>this</a:t>
            </a:r>
            <a:r>
              <a:rPr lang="en-US" i="1" dirty="0">
                <a:solidFill>
                  <a:schemeClr val="bg1"/>
                </a:solidFill>
                <a:latin typeface="Calibri" panose="020F0502020204030204" pitchFamily="34" charset="0"/>
                <a:ea typeface="Calibri" pitchFamily="34" charset="-122"/>
                <a:cs typeface="Calibri" panose="020F0502020204030204" pitchFamily="34" charset="0"/>
              </a:rPr>
              <a:t> my belief or someone else's?</a:t>
            </a:r>
            <a:endParaRPr lang="en-US" i="1" dirty="0">
              <a:solidFill>
                <a:schemeClr val="bg1"/>
              </a:solidFill>
              <a:latin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2A01153A-4972-80B6-F580-AF149DDF21A5}"/>
              </a:ext>
            </a:extLst>
          </p:cNvPr>
          <p:cNvSpPr txBox="1"/>
          <p:nvPr/>
        </p:nvSpPr>
        <p:spPr>
          <a:xfrm>
            <a:off x="3065937" y="11058905"/>
            <a:ext cx="3031836" cy="1200329"/>
          </a:xfrm>
          <a:prstGeom prst="rect">
            <a:avLst/>
          </a:prstGeom>
          <a:noFill/>
        </p:spPr>
        <p:txBody>
          <a:bodyPr wrap="square" rtlCol="0">
            <a:spAutoFit/>
          </a:bodyPr>
          <a:lstStyle/>
          <a:p>
            <a:r>
              <a:rPr lang="en-US" i="1" dirty="0">
                <a:solidFill>
                  <a:schemeClr val="bg1"/>
                </a:solidFill>
                <a:latin typeface="Calibri" pitchFamily="34" charset="0"/>
                <a:ea typeface="Calibri" pitchFamily="34" charset="-122"/>
                <a:cs typeface="Calibri" pitchFamily="34" charset="-120"/>
              </a:rPr>
              <a:t>Humans are social — being influenced is normal. </a:t>
            </a:r>
          </a:p>
          <a:p>
            <a:r>
              <a:rPr lang="en-US" i="1" dirty="0">
                <a:solidFill>
                  <a:schemeClr val="bg1"/>
                </a:solidFill>
                <a:latin typeface="Calibri" pitchFamily="34" charset="0"/>
                <a:ea typeface="Calibri" pitchFamily="34" charset="-122"/>
                <a:cs typeface="Calibri" pitchFamily="34" charset="-120"/>
              </a:rPr>
              <a:t>The key is being conscious of it.</a:t>
            </a:r>
            <a:endParaRPr lang="en-US" i="1" dirty="0">
              <a:solidFill>
                <a:schemeClr val="bg1"/>
              </a:solidFill>
            </a:endParaRPr>
          </a:p>
        </p:txBody>
      </p:sp>
      <p:sp>
        <p:nvSpPr>
          <p:cNvPr id="43" name="TextBox 42">
            <a:extLst>
              <a:ext uri="{FF2B5EF4-FFF2-40B4-BE49-F238E27FC236}">
                <a16:creationId xmlns:a16="http://schemas.microsoft.com/office/drawing/2014/main" id="{36315898-9A6D-E698-7B68-4A99577A55C0}"/>
              </a:ext>
            </a:extLst>
          </p:cNvPr>
          <p:cNvSpPr txBox="1"/>
          <p:nvPr/>
        </p:nvSpPr>
        <p:spPr>
          <a:xfrm>
            <a:off x="6571144" y="11054290"/>
            <a:ext cx="3031836" cy="923330"/>
          </a:xfrm>
          <a:prstGeom prst="rect">
            <a:avLst/>
          </a:prstGeom>
          <a:noFill/>
        </p:spPr>
        <p:txBody>
          <a:bodyPr wrap="square" rtlCol="0">
            <a:spAutoFit/>
          </a:bodyPr>
          <a:lstStyle/>
          <a:p>
            <a:r>
              <a:rPr lang="en-US" i="1" dirty="0">
                <a:solidFill>
                  <a:srgbClr val="E0E0E0"/>
                </a:solidFill>
                <a:latin typeface="Calibri" pitchFamily="34" charset="0"/>
                <a:ea typeface="Calibri" pitchFamily="34" charset="-122"/>
                <a:cs typeface="Calibri" pitchFamily="34" charset="-120"/>
              </a:rPr>
              <a:t>One independent thought can change a conversation, a classroom, or the world.</a:t>
            </a:r>
            <a:endParaRPr lang="en-US" i="1" dirty="0"/>
          </a:p>
        </p:txBody>
      </p:sp>
      <p:sp>
        <p:nvSpPr>
          <p:cNvPr id="52" name="Shape 20">
            <a:extLst>
              <a:ext uri="{FF2B5EF4-FFF2-40B4-BE49-F238E27FC236}">
                <a16:creationId xmlns:a16="http://schemas.microsoft.com/office/drawing/2014/main" id="{850DF077-8ECB-423F-22AE-70E41314BDAA}"/>
              </a:ext>
            </a:extLst>
          </p:cNvPr>
          <p:cNvSpPr/>
          <p:nvPr/>
        </p:nvSpPr>
        <p:spPr>
          <a:xfrm>
            <a:off x="-773793" y="13861638"/>
            <a:ext cx="11355820" cy="388620"/>
          </a:xfrm>
          <a:prstGeom prst="rect">
            <a:avLst/>
          </a:prstGeom>
          <a:solidFill>
            <a:srgbClr val="E94560"/>
          </a:solidFill>
          <a:ln w="12700">
            <a:solidFill>
              <a:srgbClr val="E94560"/>
            </a:solidFill>
            <a:prstDash val="solid"/>
          </a:ln>
        </p:spPr>
      </p:sp>
      <p:sp>
        <p:nvSpPr>
          <p:cNvPr id="53" name="TextBox 52">
            <a:extLst>
              <a:ext uri="{FF2B5EF4-FFF2-40B4-BE49-F238E27FC236}">
                <a16:creationId xmlns:a16="http://schemas.microsoft.com/office/drawing/2014/main" id="{80AD5107-C3F3-561D-D5EE-33E25A830E15}"/>
              </a:ext>
            </a:extLst>
          </p:cNvPr>
          <p:cNvSpPr txBox="1"/>
          <p:nvPr/>
        </p:nvSpPr>
        <p:spPr>
          <a:xfrm>
            <a:off x="1870830" y="13878490"/>
            <a:ext cx="5604291" cy="646331"/>
          </a:xfrm>
          <a:prstGeom prst="rect">
            <a:avLst/>
          </a:prstGeom>
          <a:noFill/>
        </p:spPr>
        <p:txBody>
          <a:bodyPr wrap="none" rtlCol="0">
            <a:spAutoFit/>
          </a:bodyPr>
          <a:lstStyle/>
          <a:p>
            <a:r>
              <a:rPr lang="en-US" b="1" i="1" dirty="0">
                <a:solidFill>
                  <a:srgbClr val="FFFFFF"/>
                </a:solidFill>
                <a:latin typeface="Calibri" pitchFamily="34" charset="0"/>
                <a:ea typeface="Calibri" pitchFamily="34" charset="-122"/>
                <a:cs typeface="Calibri" pitchFamily="34" charset="-120"/>
              </a:rPr>
              <a:t>"Think for yourself — or someone else will do it for you."</a:t>
            </a:r>
            <a:endParaRPr lang="en-US" dirty="0"/>
          </a:p>
          <a:p>
            <a:endParaRPr lang="en-IN" dirty="0"/>
          </a:p>
        </p:txBody>
      </p:sp>
      <p:pic>
        <p:nvPicPr>
          <p:cNvPr id="54" name="Graphic 53" descr="Confused person">
            <a:extLst>
              <a:ext uri="{FF2B5EF4-FFF2-40B4-BE49-F238E27FC236}">
                <a16:creationId xmlns:a16="http://schemas.microsoft.com/office/drawing/2014/main" id="{E83B1EA0-C296-9F48-8FBA-9D856D08C46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4301" y="-2027968"/>
            <a:ext cx="726209" cy="726209"/>
          </a:xfrm>
          <a:prstGeom prst="rect">
            <a:avLst/>
          </a:prstGeom>
        </p:spPr>
      </p:pic>
      <p:pic>
        <p:nvPicPr>
          <p:cNvPr id="55" name="Graphic 54" descr="Help">
            <a:extLst>
              <a:ext uri="{FF2B5EF4-FFF2-40B4-BE49-F238E27FC236}">
                <a16:creationId xmlns:a16="http://schemas.microsoft.com/office/drawing/2014/main" id="{0A97C7FB-631D-DF24-994D-8308CB22318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225550" y="-3710925"/>
            <a:ext cx="437335" cy="437335"/>
          </a:xfrm>
          <a:prstGeom prst="rect">
            <a:avLst/>
          </a:prstGeom>
        </p:spPr>
      </p:pic>
      <p:pic>
        <p:nvPicPr>
          <p:cNvPr id="56" name="Graphic 55" descr="Confused person">
            <a:extLst>
              <a:ext uri="{FF2B5EF4-FFF2-40B4-BE49-F238E27FC236}">
                <a16:creationId xmlns:a16="http://schemas.microsoft.com/office/drawing/2014/main" id="{C37F711C-BCD0-48BA-F652-ABD7BA72515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44266" y="-3333714"/>
            <a:ext cx="726209" cy="726209"/>
          </a:xfrm>
          <a:prstGeom prst="rect">
            <a:avLst/>
          </a:prstGeom>
        </p:spPr>
      </p:pic>
      <p:pic>
        <p:nvPicPr>
          <p:cNvPr id="57" name="Graphic 56" descr="Brain">
            <a:extLst>
              <a:ext uri="{FF2B5EF4-FFF2-40B4-BE49-F238E27FC236}">
                <a16:creationId xmlns:a16="http://schemas.microsoft.com/office/drawing/2014/main" id="{924592BF-2FDF-F393-F2BB-CBA115AB9BBE}"/>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338550" y="-5336702"/>
            <a:ext cx="549564" cy="549564"/>
          </a:xfrm>
          <a:prstGeom prst="rect">
            <a:avLst/>
          </a:prstGeom>
        </p:spPr>
      </p:pic>
      <p:pic>
        <p:nvPicPr>
          <p:cNvPr id="58" name="Graphic 57" descr="Confused person">
            <a:extLst>
              <a:ext uri="{FF2B5EF4-FFF2-40B4-BE49-F238E27FC236}">
                <a16:creationId xmlns:a16="http://schemas.microsoft.com/office/drawing/2014/main" id="{BCA6F964-0CB5-98F0-E566-02005A032BE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775928" y="-4574235"/>
            <a:ext cx="726209" cy="726209"/>
          </a:xfrm>
          <a:prstGeom prst="rect">
            <a:avLst/>
          </a:prstGeom>
        </p:spPr>
      </p:pic>
      <p:pic>
        <p:nvPicPr>
          <p:cNvPr id="59" name="Graphic 58" descr="Thought bubble">
            <a:extLst>
              <a:ext uri="{FF2B5EF4-FFF2-40B4-BE49-F238E27FC236}">
                <a16:creationId xmlns:a16="http://schemas.microsoft.com/office/drawing/2014/main" id="{5F4CFC3F-E1E8-5DF6-6297-151051B1D63B}"/>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395754" y="-6501548"/>
            <a:ext cx="613013" cy="613013"/>
          </a:xfrm>
          <a:prstGeom prst="rect">
            <a:avLst/>
          </a:prstGeom>
        </p:spPr>
      </p:pic>
      <p:sp>
        <p:nvSpPr>
          <p:cNvPr id="60" name="Shape 5">
            <a:extLst>
              <a:ext uri="{FF2B5EF4-FFF2-40B4-BE49-F238E27FC236}">
                <a16:creationId xmlns:a16="http://schemas.microsoft.com/office/drawing/2014/main" id="{5A716616-EBD6-E045-E150-CB52898B5711}"/>
              </a:ext>
            </a:extLst>
          </p:cNvPr>
          <p:cNvSpPr/>
          <p:nvPr/>
        </p:nvSpPr>
        <p:spPr>
          <a:xfrm>
            <a:off x="14082031" y="8562567"/>
            <a:ext cx="3328786" cy="2763229"/>
          </a:xfrm>
          <a:prstGeom prst="rect">
            <a:avLst/>
          </a:prstGeom>
          <a:solidFill>
            <a:srgbClr val="0F3460">
              <a:alpha val="94000"/>
            </a:srgbClr>
          </a:solidFill>
          <a:ln w="12700">
            <a:solidFill>
              <a:srgbClr val="0F3460"/>
            </a:solidFill>
            <a:prstDash val="solid"/>
          </a:ln>
        </p:spPr>
      </p:sp>
      <p:sp>
        <p:nvSpPr>
          <p:cNvPr id="61" name="Shape 5">
            <a:extLst>
              <a:ext uri="{FF2B5EF4-FFF2-40B4-BE49-F238E27FC236}">
                <a16:creationId xmlns:a16="http://schemas.microsoft.com/office/drawing/2014/main" id="{E8F2173C-55EB-6259-CC04-EB98B85B535D}"/>
              </a:ext>
            </a:extLst>
          </p:cNvPr>
          <p:cNvSpPr/>
          <p:nvPr/>
        </p:nvSpPr>
        <p:spPr>
          <a:xfrm>
            <a:off x="13677402" y="-4526880"/>
            <a:ext cx="3328786" cy="2763229"/>
          </a:xfrm>
          <a:prstGeom prst="rect">
            <a:avLst/>
          </a:prstGeom>
          <a:solidFill>
            <a:srgbClr val="0F3460">
              <a:alpha val="94000"/>
            </a:srgbClr>
          </a:solidFill>
          <a:ln w="12700">
            <a:solidFill>
              <a:srgbClr val="0F3460"/>
            </a:solidFill>
            <a:prstDash val="solid"/>
          </a:ln>
        </p:spPr>
        <p:txBody>
          <a:bodyPr/>
          <a:lstStyle/>
          <a:p>
            <a:endParaRPr lang="en-IN" dirty="0"/>
          </a:p>
        </p:txBody>
      </p:sp>
    </p:spTree>
    <p:extLst>
      <p:ext uri="{BB962C8B-B14F-4D97-AF65-F5344CB8AC3E}">
        <p14:creationId xmlns:p14="http://schemas.microsoft.com/office/powerpoint/2010/main" val="28490989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47E604D-B517-1EC0-3182-DF6EF648116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861C27B-A6AE-A302-F979-2AD2327D0A27}"/>
              </a:ext>
            </a:extLst>
          </p:cNvPr>
          <p:cNvSpPr/>
          <p:nvPr/>
        </p:nvSpPr>
        <p:spPr>
          <a:xfrm>
            <a:off x="0" y="0"/>
            <a:ext cx="838200" cy="6858000"/>
          </a:xfrm>
          <a:prstGeom prst="rect">
            <a:avLst/>
          </a:prstGeom>
          <a:solidFill>
            <a:schemeClr val="accent2">
              <a:alpha val="8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Freeform: Shape 4">
            <a:extLst>
              <a:ext uri="{FF2B5EF4-FFF2-40B4-BE49-F238E27FC236}">
                <a16:creationId xmlns:a16="http://schemas.microsoft.com/office/drawing/2014/main" id="{8C682587-1088-D672-19BF-B319EDF9A488}"/>
              </a:ext>
            </a:extLst>
          </p:cNvPr>
          <p:cNvSpPr/>
          <p:nvPr/>
        </p:nvSpPr>
        <p:spPr>
          <a:xfrm>
            <a:off x="0" y="1113724"/>
            <a:ext cx="838200"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31F3E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6" name="Freeform: Shape 5">
            <a:extLst>
              <a:ext uri="{FF2B5EF4-FFF2-40B4-BE49-F238E27FC236}">
                <a16:creationId xmlns:a16="http://schemas.microsoft.com/office/drawing/2014/main" id="{4DD2F8C6-2F21-A7CC-A085-B0343A523528}"/>
              </a:ext>
            </a:extLst>
          </p:cNvPr>
          <p:cNvSpPr/>
          <p:nvPr/>
        </p:nvSpPr>
        <p:spPr>
          <a:xfrm>
            <a:off x="2208" y="2250915"/>
            <a:ext cx="835992"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ln>
                <a:solidFill>
                  <a:schemeClr val="tx1"/>
                </a:solidFill>
              </a:ln>
            </a:endParaRPr>
          </a:p>
        </p:txBody>
      </p:sp>
      <p:sp>
        <p:nvSpPr>
          <p:cNvPr id="7" name="Freeform: Shape 6">
            <a:extLst>
              <a:ext uri="{FF2B5EF4-FFF2-40B4-BE49-F238E27FC236}">
                <a16:creationId xmlns:a16="http://schemas.microsoft.com/office/drawing/2014/main" id="{32FDC896-F371-2607-FF76-403618581FA6}"/>
              </a:ext>
            </a:extLst>
          </p:cNvPr>
          <p:cNvSpPr/>
          <p:nvPr/>
        </p:nvSpPr>
        <p:spPr>
          <a:xfrm>
            <a:off x="-9525" y="3388807"/>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8" name="Freeform: Shape 7">
            <a:extLst>
              <a:ext uri="{FF2B5EF4-FFF2-40B4-BE49-F238E27FC236}">
                <a16:creationId xmlns:a16="http://schemas.microsoft.com/office/drawing/2014/main" id="{A15B3160-D645-F9BA-2CC7-488798DB730E}"/>
              </a:ext>
            </a:extLst>
          </p:cNvPr>
          <p:cNvSpPr/>
          <p:nvPr/>
        </p:nvSpPr>
        <p:spPr>
          <a:xfrm>
            <a:off x="-9525" y="4535523"/>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17EDB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9" name="Freeform: Shape 8">
            <a:extLst>
              <a:ext uri="{FF2B5EF4-FFF2-40B4-BE49-F238E27FC236}">
                <a16:creationId xmlns:a16="http://schemas.microsoft.com/office/drawing/2014/main" id="{6D1A7F65-3570-3AD5-F458-DCC7C0412FC5}"/>
              </a:ext>
            </a:extLst>
          </p:cNvPr>
          <p:cNvSpPr/>
          <p:nvPr/>
        </p:nvSpPr>
        <p:spPr>
          <a:xfrm>
            <a:off x="-9525" y="5691764"/>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ln>
                <a:solidFill>
                  <a:schemeClr val="tx1"/>
                </a:solidFill>
              </a:ln>
            </a:endParaRPr>
          </a:p>
        </p:txBody>
      </p:sp>
      <p:sp>
        <p:nvSpPr>
          <p:cNvPr id="10" name="Freeform: Shape 9">
            <a:extLst>
              <a:ext uri="{FF2B5EF4-FFF2-40B4-BE49-F238E27FC236}">
                <a16:creationId xmlns:a16="http://schemas.microsoft.com/office/drawing/2014/main" id="{8D8FDA01-C43C-9716-40E3-8E67EB9F0722}"/>
              </a:ext>
            </a:extLst>
          </p:cNvPr>
          <p:cNvSpPr/>
          <p:nvPr/>
        </p:nvSpPr>
        <p:spPr>
          <a:xfrm>
            <a:off x="0" y="16264"/>
            <a:ext cx="12001500" cy="106958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 name="TextBox 1">
            <a:extLst>
              <a:ext uri="{FF2B5EF4-FFF2-40B4-BE49-F238E27FC236}">
                <a16:creationId xmlns:a16="http://schemas.microsoft.com/office/drawing/2014/main" id="{0CD8BB74-7B1A-53E9-5F74-21FD5195AAD1}"/>
              </a:ext>
            </a:extLst>
          </p:cNvPr>
          <p:cNvSpPr txBox="1"/>
          <p:nvPr/>
        </p:nvSpPr>
        <p:spPr>
          <a:xfrm>
            <a:off x="847725" y="120170"/>
            <a:ext cx="7895623" cy="861774"/>
          </a:xfrm>
          <a:prstGeom prst="rect">
            <a:avLst/>
          </a:prstGeom>
          <a:noFill/>
        </p:spPr>
        <p:txBody>
          <a:bodyPr wrap="none" rtlCol="0">
            <a:spAutoFit/>
          </a:bodyPr>
          <a:lstStyle/>
          <a:p>
            <a:r>
              <a:rPr lang="en-US" sz="5000" b="1" u="sng" dirty="0">
                <a:solidFill>
                  <a:schemeClr val="tx2">
                    <a:lumMod val="75000"/>
                  </a:schemeClr>
                </a:solidFill>
                <a:latin typeface="Calibri" pitchFamily="34" charset="0"/>
                <a:ea typeface="Calibri" pitchFamily="34" charset="-122"/>
                <a:cs typeface="Calibri" pitchFamily="34" charset="-120"/>
              </a:rPr>
              <a:t>CONCLUSION &amp; MY OPINION</a:t>
            </a:r>
            <a:endParaRPr lang="en-US" sz="5000" u="sng" dirty="0">
              <a:solidFill>
                <a:schemeClr val="tx2">
                  <a:lumMod val="75000"/>
                </a:schemeClr>
              </a:solidFill>
            </a:endParaRPr>
          </a:p>
        </p:txBody>
      </p:sp>
      <p:sp>
        <p:nvSpPr>
          <p:cNvPr id="3" name="Shape 2">
            <a:extLst>
              <a:ext uri="{FF2B5EF4-FFF2-40B4-BE49-F238E27FC236}">
                <a16:creationId xmlns:a16="http://schemas.microsoft.com/office/drawing/2014/main" id="{216EF62E-5803-2B6E-FE50-00A96853BEE0}"/>
              </a:ext>
            </a:extLst>
          </p:cNvPr>
          <p:cNvSpPr/>
          <p:nvPr/>
        </p:nvSpPr>
        <p:spPr>
          <a:xfrm>
            <a:off x="938414" y="1189755"/>
            <a:ext cx="10505442" cy="1719699"/>
          </a:xfrm>
          <a:prstGeom prst="rect">
            <a:avLst/>
          </a:prstGeom>
          <a:solidFill>
            <a:srgbClr val="36B2E2"/>
          </a:solidFill>
          <a:ln w="12700">
            <a:noFill/>
            <a:prstDash val="solid"/>
          </a:ln>
        </p:spPr>
        <p:txBody>
          <a:bodyPr/>
          <a:lstStyle/>
          <a:p>
            <a:endParaRPr lang="en-US" sz="2500" u="sng" dirty="0">
              <a:solidFill>
                <a:schemeClr val="tx2">
                  <a:lumMod val="75000"/>
                </a:schemeClr>
              </a:solidFill>
            </a:endParaRPr>
          </a:p>
        </p:txBody>
      </p:sp>
      <p:sp>
        <p:nvSpPr>
          <p:cNvPr id="11" name="TextBox 10">
            <a:extLst>
              <a:ext uri="{FF2B5EF4-FFF2-40B4-BE49-F238E27FC236}">
                <a16:creationId xmlns:a16="http://schemas.microsoft.com/office/drawing/2014/main" id="{5069964D-A5C6-67FE-59AB-022ED0EACAA2}"/>
              </a:ext>
            </a:extLst>
          </p:cNvPr>
          <p:cNvSpPr txBox="1"/>
          <p:nvPr/>
        </p:nvSpPr>
        <p:spPr>
          <a:xfrm>
            <a:off x="1071418" y="1345217"/>
            <a:ext cx="2147063" cy="754053"/>
          </a:xfrm>
          <a:prstGeom prst="rect">
            <a:avLst/>
          </a:prstGeom>
          <a:noFill/>
        </p:spPr>
        <p:txBody>
          <a:bodyPr wrap="none" rtlCol="0">
            <a:spAutoFit/>
          </a:bodyPr>
          <a:lstStyle/>
          <a:p>
            <a:r>
              <a:rPr lang="en-US" sz="2500" b="1" u="sng" dirty="0">
                <a:solidFill>
                  <a:schemeClr val="tx2">
                    <a:lumMod val="75000"/>
                  </a:schemeClr>
                </a:solidFill>
                <a:latin typeface="Calibri" panose="020F0502020204030204" pitchFamily="34" charset="0"/>
                <a:ea typeface="Calibri" pitchFamily="34" charset="-122"/>
                <a:cs typeface="Calibri" panose="020F0502020204030204" pitchFamily="34" charset="0"/>
              </a:rPr>
              <a:t>My Viewpoint:</a:t>
            </a:r>
            <a:endParaRPr lang="en-US" sz="2500" u="sng" dirty="0">
              <a:solidFill>
                <a:schemeClr val="tx2">
                  <a:lumMod val="75000"/>
                </a:schemeClr>
              </a:solidFill>
              <a:latin typeface="Calibri" panose="020F0502020204030204" pitchFamily="34" charset="0"/>
              <a:cs typeface="Calibri" panose="020F0502020204030204" pitchFamily="34" charset="0"/>
            </a:endParaRPr>
          </a:p>
          <a:p>
            <a:endParaRPr lang="en-IN" dirty="0"/>
          </a:p>
        </p:txBody>
      </p:sp>
      <p:sp>
        <p:nvSpPr>
          <p:cNvPr id="12" name="TextBox 11">
            <a:extLst>
              <a:ext uri="{FF2B5EF4-FFF2-40B4-BE49-F238E27FC236}">
                <a16:creationId xmlns:a16="http://schemas.microsoft.com/office/drawing/2014/main" id="{BDAB24E1-908E-8DD7-ABF0-72FB2F0D59A0}"/>
              </a:ext>
            </a:extLst>
          </p:cNvPr>
          <p:cNvSpPr txBox="1"/>
          <p:nvPr/>
        </p:nvSpPr>
        <p:spPr>
          <a:xfrm>
            <a:off x="1071418" y="1826148"/>
            <a:ext cx="10182169" cy="1200329"/>
          </a:xfrm>
          <a:prstGeom prst="rect">
            <a:avLst/>
          </a:prstGeom>
          <a:noFill/>
        </p:spPr>
        <p:txBody>
          <a:bodyPr wrap="square" rtlCol="0">
            <a:spAutoFit/>
          </a:bodyPr>
          <a:lstStyle/>
          <a:p>
            <a:r>
              <a:rPr lang="en-US" b="1" i="1" dirty="0">
                <a:solidFill>
                  <a:srgbClr val="FFFFFF"/>
                </a:solidFill>
                <a:latin typeface="Calibri" panose="020F0502020204030204" pitchFamily="34" charset="0"/>
                <a:ea typeface="Calibri" pitchFamily="34" charset="-122"/>
                <a:cs typeface="Calibri" panose="020F0502020204030204" pitchFamily="34" charset="0"/>
              </a:rPr>
              <a:t>We are NOT fully independent thinkers — and that's okay, as long as we are AWARE of it. The danger is not influence itself, but unconscious influence. When we know we are being influenced, we can choose to accept or reject it.</a:t>
            </a:r>
            <a:endParaRPr lang="en-US" b="1" i="1"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p:txBody>
      </p:sp>
      <p:sp>
        <p:nvSpPr>
          <p:cNvPr id="13" name="Shape 5">
            <a:extLst>
              <a:ext uri="{FF2B5EF4-FFF2-40B4-BE49-F238E27FC236}">
                <a16:creationId xmlns:a16="http://schemas.microsoft.com/office/drawing/2014/main" id="{04C745EC-4E6C-D093-36FC-A5DBA56BAFEF}"/>
              </a:ext>
            </a:extLst>
          </p:cNvPr>
          <p:cNvSpPr/>
          <p:nvPr/>
        </p:nvSpPr>
        <p:spPr>
          <a:xfrm>
            <a:off x="938414" y="3064915"/>
            <a:ext cx="3328786" cy="2763229"/>
          </a:xfrm>
          <a:prstGeom prst="rect">
            <a:avLst/>
          </a:prstGeom>
          <a:solidFill>
            <a:srgbClr val="0F3460">
              <a:alpha val="94000"/>
            </a:srgbClr>
          </a:solidFill>
          <a:ln w="12700">
            <a:solidFill>
              <a:srgbClr val="0F3460"/>
            </a:solidFill>
            <a:prstDash val="solid"/>
          </a:ln>
        </p:spPr>
      </p:sp>
      <p:sp>
        <p:nvSpPr>
          <p:cNvPr id="14" name="Shape 5">
            <a:extLst>
              <a:ext uri="{FF2B5EF4-FFF2-40B4-BE49-F238E27FC236}">
                <a16:creationId xmlns:a16="http://schemas.microsoft.com/office/drawing/2014/main" id="{CBE87636-E8D8-C1EC-9A16-9741814A6FC0}"/>
              </a:ext>
            </a:extLst>
          </p:cNvPr>
          <p:cNvSpPr/>
          <p:nvPr/>
        </p:nvSpPr>
        <p:spPr>
          <a:xfrm>
            <a:off x="4498109" y="3064915"/>
            <a:ext cx="3328786" cy="2763229"/>
          </a:xfrm>
          <a:prstGeom prst="rect">
            <a:avLst/>
          </a:prstGeom>
          <a:solidFill>
            <a:srgbClr val="0F3460">
              <a:alpha val="94000"/>
            </a:srgbClr>
          </a:solidFill>
          <a:ln w="12700">
            <a:solidFill>
              <a:srgbClr val="0F3460"/>
            </a:solidFill>
            <a:prstDash val="solid"/>
          </a:ln>
        </p:spPr>
      </p:sp>
      <p:sp>
        <p:nvSpPr>
          <p:cNvPr id="15" name="Shape 5">
            <a:extLst>
              <a:ext uri="{FF2B5EF4-FFF2-40B4-BE49-F238E27FC236}">
                <a16:creationId xmlns:a16="http://schemas.microsoft.com/office/drawing/2014/main" id="{E51F092B-3CE3-D411-8AE9-39BDE56C3E11}"/>
              </a:ext>
            </a:extLst>
          </p:cNvPr>
          <p:cNvSpPr/>
          <p:nvPr/>
        </p:nvSpPr>
        <p:spPr>
          <a:xfrm>
            <a:off x="8057804" y="3064915"/>
            <a:ext cx="3328786" cy="2763229"/>
          </a:xfrm>
          <a:prstGeom prst="rect">
            <a:avLst/>
          </a:prstGeom>
          <a:solidFill>
            <a:srgbClr val="0F3460">
              <a:alpha val="94000"/>
            </a:srgbClr>
          </a:solidFill>
          <a:ln w="12700">
            <a:solidFill>
              <a:srgbClr val="0F3460"/>
            </a:solidFill>
            <a:prstDash val="solid"/>
          </a:ln>
        </p:spPr>
        <p:txBody>
          <a:bodyPr/>
          <a:lstStyle/>
          <a:p>
            <a:endParaRPr lang="en-IN" dirty="0"/>
          </a:p>
        </p:txBody>
      </p:sp>
      <p:sp>
        <p:nvSpPr>
          <p:cNvPr id="16" name="TextBox 15">
            <a:extLst>
              <a:ext uri="{FF2B5EF4-FFF2-40B4-BE49-F238E27FC236}">
                <a16:creationId xmlns:a16="http://schemas.microsoft.com/office/drawing/2014/main" id="{76D4FAD8-A305-13AB-88DE-359A8C4B1524}"/>
              </a:ext>
            </a:extLst>
          </p:cNvPr>
          <p:cNvSpPr txBox="1"/>
          <p:nvPr/>
        </p:nvSpPr>
        <p:spPr>
          <a:xfrm>
            <a:off x="1036089" y="3138076"/>
            <a:ext cx="3133436" cy="369332"/>
          </a:xfrm>
          <a:prstGeom prst="rect">
            <a:avLst/>
          </a:prstGeom>
          <a:noFill/>
        </p:spPr>
        <p:txBody>
          <a:bodyPr wrap="square" rtlCol="0">
            <a:spAutoFit/>
          </a:bodyPr>
          <a:lstStyle/>
          <a:p>
            <a:pPr algn="ctr"/>
            <a:r>
              <a:rPr lang="en-US" b="1" u="sng" dirty="0">
                <a:solidFill>
                  <a:srgbClr val="FFC000"/>
                </a:solidFill>
                <a:latin typeface="Calibri" panose="020F0502020204030204" pitchFamily="34" charset="0"/>
                <a:cs typeface="Calibri" panose="020F0502020204030204" pitchFamily="34" charset="0"/>
              </a:rPr>
              <a:t>THINK BEFORE YOU FOLLOW</a:t>
            </a:r>
            <a:endParaRPr lang="en-IN" b="1" u="sng" dirty="0">
              <a:solidFill>
                <a:srgbClr val="FFC000"/>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7DDD8A41-E148-175E-D7B9-04ABA43101A7}"/>
              </a:ext>
            </a:extLst>
          </p:cNvPr>
          <p:cNvSpPr txBox="1"/>
          <p:nvPr/>
        </p:nvSpPr>
        <p:spPr>
          <a:xfrm>
            <a:off x="4596715" y="3142695"/>
            <a:ext cx="3133436" cy="369332"/>
          </a:xfrm>
          <a:prstGeom prst="rect">
            <a:avLst/>
          </a:prstGeom>
          <a:noFill/>
        </p:spPr>
        <p:txBody>
          <a:bodyPr wrap="square" rtlCol="0">
            <a:spAutoFit/>
          </a:bodyPr>
          <a:lstStyle/>
          <a:p>
            <a:pPr algn="ctr"/>
            <a:r>
              <a:rPr lang="en-US" b="1" u="sng" dirty="0">
                <a:solidFill>
                  <a:srgbClr val="FFC000"/>
                </a:solidFill>
                <a:latin typeface="Calibri" panose="020F0502020204030204" pitchFamily="34" charset="0"/>
                <a:cs typeface="Calibri" panose="020F0502020204030204" pitchFamily="34" charset="0"/>
              </a:rPr>
              <a:t>INFLUENCE IS NATURAL</a:t>
            </a:r>
            <a:endParaRPr lang="en-IN" b="1" u="sng" dirty="0">
              <a:solidFill>
                <a:srgbClr val="FFC000"/>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B6122E8B-EC21-70E9-409F-278CEFB79F49}"/>
              </a:ext>
            </a:extLst>
          </p:cNvPr>
          <p:cNvSpPr txBox="1"/>
          <p:nvPr/>
        </p:nvSpPr>
        <p:spPr>
          <a:xfrm>
            <a:off x="8138867" y="3138078"/>
            <a:ext cx="3133436" cy="369332"/>
          </a:xfrm>
          <a:prstGeom prst="rect">
            <a:avLst/>
          </a:prstGeom>
          <a:noFill/>
        </p:spPr>
        <p:txBody>
          <a:bodyPr wrap="square" rtlCol="0">
            <a:spAutoFit/>
          </a:bodyPr>
          <a:lstStyle/>
          <a:p>
            <a:pPr algn="ctr"/>
            <a:r>
              <a:rPr lang="en-US" b="1" u="sng" dirty="0">
                <a:solidFill>
                  <a:srgbClr val="FFC000"/>
                </a:solidFill>
                <a:latin typeface="Calibri" panose="020F0502020204030204" pitchFamily="34" charset="0"/>
                <a:cs typeface="Calibri" panose="020F0502020204030204" pitchFamily="34" charset="0"/>
              </a:rPr>
              <a:t>YOUR VOICE MATTERS</a:t>
            </a:r>
            <a:endParaRPr lang="en-IN" b="1" u="sng" dirty="0">
              <a:solidFill>
                <a:srgbClr val="FFC000"/>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ACB074C4-42E2-785E-6B3D-8D8D5A7D6DA1}"/>
              </a:ext>
            </a:extLst>
          </p:cNvPr>
          <p:cNvSpPr txBox="1"/>
          <p:nvPr/>
        </p:nvSpPr>
        <p:spPr>
          <a:xfrm>
            <a:off x="1069109" y="3662870"/>
            <a:ext cx="3031836" cy="1200329"/>
          </a:xfrm>
          <a:prstGeom prst="rect">
            <a:avLst/>
          </a:prstGeom>
          <a:noFill/>
        </p:spPr>
        <p:txBody>
          <a:bodyPr wrap="square" rtlCol="0">
            <a:spAutoFit/>
          </a:bodyPr>
          <a:lstStyle/>
          <a:p>
            <a:r>
              <a:rPr lang="en-US" i="1" dirty="0">
                <a:solidFill>
                  <a:schemeClr val="bg1"/>
                </a:solidFill>
                <a:latin typeface="Calibri" panose="020F0502020204030204" pitchFamily="34" charset="0"/>
                <a:ea typeface="Calibri" pitchFamily="34" charset="-122"/>
                <a:cs typeface="Calibri" panose="020F0502020204030204" pitchFamily="34" charset="0"/>
              </a:rPr>
              <a:t>Question trends, news &amp; opinions. </a:t>
            </a:r>
            <a:br>
              <a:rPr lang="en-US" i="1" dirty="0">
                <a:solidFill>
                  <a:schemeClr val="bg1"/>
                </a:solidFill>
                <a:latin typeface="Calibri" panose="020F0502020204030204" pitchFamily="34" charset="0"/>
                <a:ea typeface="Calibri" pitchFamily="34" charset="-122"/>
                <a:cs typeface="Calibri" panose="020F0502020204030204" pitchFamily="34" charset="0"/>
              </a:rPr>
            </a:br>
            <a:r>
              <a:rPr lang="en-US" i="1" dirty="0">
                <a:solidFill>
                  <a:schemeClr val="bg1"/>
                </a:solidFill>
                <a:latin typeface="Calibri" panose="020F0502020204030204" pitchFamily="34" charset="0"/>
                <a:ea typeface="Calibri" pitchFamily="34" charset="-122"/>
                <a:cs typeface="Calibri" panose="020F0502020204030204" pitchFamily="34" charset="0"/>
              </a:rPr>
              <a:t>Ask: Is </a:t>
            </a:r>
            <a:r>
              <a:rPr lang="en-US" i="1" dirty="0">
                <a:solidFill>
                  <a:schemeClr val="bg1"/>
                </a:solidFill>
                <a:latin typeface="Calibri" panose="020F0502020204030204" pitchFamily="34" charset="0"/>
                <a:cs typeface="Calibri" panose="020F0502020204030204" pitchFamily="34" charset="0"/>
              </a:rPr>
              <a:t>this</a:t>
            </a:r>
            <a:r>
              <a:rPr lang="en-US" i="1" dirty="0">
                <a:solidFill>
                  <a:schemeClr val="bg1"/>
                </a:solidFill>
                <a:latin typeface="Calibri" panose="020F0502020204030204" pitchFamily="34" charset="0"/>
                <a:ea typeface="Calibri" pitchFamily="34" charset="-122"/>
                <a:cs typeface="Calibri" panose="020F0502020204030204" pitchFamily="34" charset="0"/>
              </a:rPr>
              <a:t> my belief or someone else's?</a:t>
            </a:r>
            <a:endParaRPr lang="en-US" i="1"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9B8AFE66-B610-B5AC-6ECA-97CAC967EA33}"/>
              </a:ext>
            </a:extLst>
          </p:cNvPr>
          <p:cNvSpPr txBox="1"/>
          <p:nvPr/>
        </p:nvSpPr>
        <p:spPr>
          <a:xfrm>
            <a:off x="4666674" y="3667489"/>
            <a:ext cx="3031836" cy="1200329"/>
          </a:xfrm>
          <a:prstGeom prst="rect">
            <a:avLst/>
          </a:prstGeom>
          <a:noFill/>
        </p:spPr>
        <p:txBody>
          <a:bodyPr wrap="square" rtlCol="0">
            <a:spAutoFit/>
          </a:bodyPr>
          <a:lstStyle/>
          <a:p>
            <a:r>
              <a:rPr lang="en-US" i="1" dirty="0">
                <a:solidFill>
                  <a:schemeClr val="bg1"/>
                </a:solidFill>
                <a:latin typeface="Calibri" pitchFamily="34" charset="0"/>
                <a:ea typeface="Calibri" pitchFamily="34" charset="-122"/>
                <a:cs typeface="Calibri" pitchFamily="34" charset="-120"/>
              </a:rPr>
              <a:t>Humans are social — being influenced is normal. </a:t>
            </a:r>
          </a:p>
          <a:p>
            <a:r>
              <a:rPr lang="en-US" i="1" dirty="0">
                <a:solidFill>
                  <a:schemeClr val="bg1"/>
                </a:solidFill>
                <a:latin typeface="Calibri" pitchFamily="34" charset="0"/>
                <a:ea typeface="Calibri" pitchFamily="34" charset="-122"/>
                <a:cs typeface="Calibri" pitchFamily="34" charset="-120"/>
              </a:rPr>
              <a:t>The key is being conscious of it.</a:t>
            </a:r>
            <a:endParaRPr lang="en-US" i="1" dirty="0">
              <a:solidFill>
                <a:schemeClr val="bg1"/>
              </a:solidFill>
            </a:endParaRPr>
          </a:p>
        </p:txBody>
      </p:sp>
      <p:sp>
        <p:nvSpPr>
          <p:cNvPr id="21" name="TextBox 20">
            <a:extLst>
              <a:ext uri="{FF2B5EF4-FFF2-40B4-BE49-F238E27FC236}">
                <a16:creationId xmlns:a16="http://schemas.microsoft.com/office/drawing/2014/main" id="{819DB582-0AB3-7ABF-88ED-2DF9C91DA922}"/>
              </a:ext>
            </a:extLst>
          </p:cNvPr>
          <p:cNvSpPr txBox="1"/>
          <p:nvPr/>
        </p:nvSpPr>
        <p:spPr>
          <a:xfrm>
            <a:off x="8171881" y="3662874"/>
            <a:ext cx="3031836" cy="923330"/>
          </a:xfrm>
          <a:prstGeom prst="rect">
            <a:avLst/>
          </a:prstGeom>
          <a:noFill/>
        </p:spPr>
        <p:txBody>
          <a:bodyPr wrap="square" rtlCol="0">
            <a:spAutoFit/>
          </a:bodyPr>
          <a:lstStyle/>
          <a:p>
            <a:r>
              <a:rPr lang="en-US" i="1" dirty="0">
                <a:solidFill>
                  <a:srgbClr val="E0E0E0"/>
                </a:solidFill>
                <a:latin typeface="Calibri" pitchFamily="34" charset="0"/>
                <a:ea typeface="Calibri" pitchFamily="34" charset="-122"/>
                <a:cs typeface="Calibri" pitchFamily="34" charset="-120"/>
              </a:rPr>
              <a:t>One independent thought can change a conversation, a classroom, or the world.</a:t>
            </a:r>
            <a:endParaRPr lang="en-US" i="1" dirty="0"/>
          </a:p>
        </p:txBody>
      </p:sp>
      <p:sp>
        <p:nvSpPr>
          <p:cNvPr id="22" name="Shape 20">
            <a:extLst>
              <a:ext uri="{FF2B5EF4-FFF2-40B4-BE49-F238E27FC236}">
                <a16:creationId xmlns:a16="http://schemas.microsoft.com/office/drawing/2014/main" id="{4012A7ED-D0DA-87CC-5710-B48A9CD83A11}"/>
              </a:ext>
            </a:extLst>
          </p:cNvPr>
          <p:cNvSpPr/>
          <p:nvPr/>
        </p:nvSpPr>
        <p:spPr>
          <a:xfrm>
            <a:off x="826944" y="6470222"/>
            <a:ext cx="11355820" cy="388620"/>
          </a:xfrm>
          <a:prstGeom prst="rect">
            <a:avLst/>
          </a:prstGeom>
          <a:solidFill>
            <a:srgbClr val="E94560"/>
          </a:solidFill>
          <a:ln w="12700">
            <a:solidFill>
              <a:srgbClr val="E94560"/>
            </a:solidFill>
            <a:prstDash val="solid"/>
          </a:ln>
        </p:spPr>
      </p:sp>
      <p:sp>
        <p:nvSpPr>
          <p:cNvPr id="24" name="TextBox 23">
            <a:extLst>
              <a:ext uri="{FF2B5EF4-FFF2-40B4-BE49-F238E27FC236}">
                <a16:creationId xmlns:a16="http://schemas.microsoft.com/office/drawing/2014/main" id="{FCA02A41-8E3B-EB7A-9ADD-147D8FF2268F}"/>
              </a:ext>
            </a:extLst>
          </p:cNvPr>
          <p:cNvSpPr txBox="1"/>
          <p:nvPr/>
        </p:nvSpPr>
        <p:spPr>
          <a:xfrm>
            <a:off x="3471567" y="6487074"/>
            <a:ext cx="5604291" cy="646331"/>
          </a:xfrm>
          <a:prstGeom prst="rect">
            <a:avLst/>
          </a:prstGeom>
          <a:noFill/>
        </p:spPr>
        <p:txBody>
          <a:bodyPr wrap="none" rtlCol="0">
            <a:spAutoFit/>
          </a:bodyPr>
          <a:lstStyle/>
          <a:p>
            <a:r>
              <a:rPr lang="en-US" b="1" i="1" dirty="0">
                <a:solidFill>
                  <a:srgbClr val="FFFFFF"/>
                </a:solidFill>
                <a:latin typeface="Calibri" pitchFamily="34" charset="0"/>
                <a:ea typeface="Calibri" pitchFamily="34" charset="-122"/>
                <a:cs typeface="Calibri" pitchFamily="34" charset="-120"/>
              </a:rPr>
              <a:t>"Think for yourself — or someone else will do it for you."</a:t>
            </a:r>
            <a:endParaRPr lang="en-US" dirty="0"/>
          </a:p>
          <a:p>
            <a:endParaRPr lang="en-IN" dirty="0"/>
          </a:p>
        </p:txBody>
      </p:sp>
      <p:pic>
        <p:nvPicPr>
          <p:cNvPr id="27" name="Graphic 26" descr="Confused person">
            <a:extLst>
              <a:ext uri="{FF2B5EF4-FFF2-40B4-BE49-F238E27FC236}">
                <a16:creationId xmlns:a16="http://schemas.microsoft.com/office/drawing/2014/main" id="{B4C13D98-632E-F415-639E-497FBED4215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27827" y="4950590"/>
            <a:ext cx="726209" cy="726209"/>
          </a:xfrm>
          <a:prstGeom prst="rect">
            <a:avLst/>
          </a:prstGeom>
        </p:spPr>
      </p:pic>
      <p:pic>
        <p:nvPicPr>
          <p:cNvPr id="29" name="Graphic 28" descr="Help">
            <a:extLst>
              <a:ext uri="{FF2B5EF4-FFF2-40B4-BE49-F238E27FC236}">
                <a16:creationId xmlns:a16="http://schemas.microsoft.com/office/drawing/2014/main" id="{60C84405-294E-31E2-817D-77C6A0B1654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35368" y="4782265"/>
            <a:ext cx="437335" cy="437335"/>
          </a:xfrm>
          <a:prstGeom prst="rect">
            <a:avLst/>
          </a:prstGeom>
        </p:spPr>
      </p:pic>
      <p:pic>
        <p:nvPicPr>
          <p:cNvPr id="30" name="Graphic 29" descr="Confused person">
            <a:extLst>
              <a:ext uri="{FF2B5EF4-FFF2-40B4-BE49-F238E27FC236}">
                <a16:creationId xmlns:a16="http://schemas.microsoft.com/office/drawing/2014/main" id="{53EA2EB2-D9A8-A06E-FFD2-D03AA35767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37645" y="4965555"/>
            <a:ext cx="726209" cy="726209"/>
          </a:xfrm>
          <a:prstGeom prst="rect">
            <a:avLst/>
          </a:prstGeom>
        </p:spPr>
      </p:pic>
      <p:pic>
        <p:nvPicPr>
          <p:cNvPr id="32" name="Graphic 31" descr="Brain">
            <a:extLst>
              <a:ext uri="{FF2B5EF4-FFF2-40B4-BE49-F238E27FC236}">
                <a16:creationId xmlns:a16="http://schemas.microsoft.com/office/drawing/2014/main" id="{2F171857-1915-7F41-AB28-D1D7B0F81C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89072" y="4726150"/>
            <a:ext cx="549564" cy="549564"/>
          </a:xfrm>
          <a:prstGeom prst="rect">
            <a:avLst/>
          </a:prstGeom>
        </p:spPr>
      </p:pic>
      <p:pic>
        <p:nvPicPr>
          <p:cNvPr id="33" name="Graphic 32" descr="Confused person">
            <a:extLst>
              <a:ext uri="{FF2B5EF4-FFF2-40B4-BE49-F238E27FC236}">
                <a16:creationId xmlns:a16="http://schemas.microsoft.com/office/drawing/2014/main" id="{B7E7F1BF-0277-E692-B4EF-A8451CD27F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37964" y="4960401"/>
            <a:ext cx="726209" cy="726209"/>
          </a:xfrm>
          <a:prstGeom prst="rect">
            <a:avLst/>
          </a:prstGeom>
        </p:spPr>
      </p:pic>
      <p:pic>
        <p:nvPicPr>
          <p:cNvPr id="35" name="Graphic 34" descr="Thought bubble">
            <a:extLst>
              <a:ext uri="{FF2B5EF4-FFF2-40B4-BE49-F238E27FC236}">
                <a16:creationId xmlns:a16="http://schemas.microsoft.com/office/drawing/2014/main" id="{E8FBF01A-D054-67E0-893B-7B18D2CE61A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96368" y="4633009"/>
            <a:ext cx="613013" cy="613013"/>
          </a:xfrm>
          <a:prstGeom prst="rect">
            <a:avLst/>
          </a:prstGeom>
        </p:spPr>
      </p:pic>
      <p:sp>
        <p:nvSpPr>
          <p:cNvPr id="23" name="Rectangle 22">
            <a:extLst>
              <a:ext uri="{FF2B5EF4-FFF2-40B4-BE49-F238E27FC236}">
                <a16:creationId xmlns:a16="http://schemas.microsoft.com/office/drawing/2014/main" id="{70A30463-12C1-C3EB-549D-AC3B087974ED}"/>
              </a:ext>
            </a:extLst>
          </p:cNvPr>
          <p:cNvSpPr/>
          <p:nvPr/>
        </p:nvSpPr>
        <p:spPr>
          <a:xfrm>
            <a:off x="11203717" y="8094253"/>
            <a:ext cx="11344275" cy="2355272"/>
          </a:xfrm>
          <a:prstGeom prst="rect">
            <a:avLst/>
          </a:prstGeom>
          <a:solidFill>
            <a:srgbClr val="4286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447C0B98-975F-1164-9B11-4DC8C91BAECF}"/>
              </a:ext>
            </a:extLst>
          </p:cNvPr>
          <p:cNvSpPr txBox="1"/>
          <p:nvPr/>
        </p:nvSpPr>
        <p:spPr>
          <a:xfrm>
            <a:off x="3973483" y="8567807"/>
            <a:ext cx="5330305" cy="1323439"/>
          </a:xfrm>
          <a:prstGeom prst="rect">
            <a:avLst/>
          </a:prstGeom>
          <a:noFill/>
        </p:spPr>
        <p:txBody>
          <a:bodyPr wrap="none" rtlCol="0">
            <a:spAutoFit/>
          </a:bodyPr>
          <a:lstStyle/>
          <a:p>
            <a:r>
              <a:rPr lang="en-US" sz="8000" b="1" dirty="0">
                <a:solidFill>
                  <a:schemeClr val="bg1"/>
                </a:solidFill>
                <a:latin typeface="Calibri" panose="020F0502020204030204" pitchFamily="34" charset="0"/>
                <a:cs typeface="Calibri" panose="020F0502020204030204" pitchFamily="34" charset="0"/>
              </a:rPr>
              <a:t>THANK YOU</a:t>
            </a:r>
            <a:endParaRPr lang="en-IN" sz="80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07308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994C3-972F-247F-0DB4-4DC5082546F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9EF3133-9138-096C-5850-7D7C471F19E2}"/>
              </a:ext>
            </a:extLst>
          </p:cNvPr>
          <p:cNvSpPr/>
          <p:nvPr/>
        </p:nvSpPr>
        <p:spPr>
          <a:xfrm>
            <a:off x="0" y="0"/>
            <a:ext cx="838200" cy="6858000"/>
          </a:xfrm>
          <a:prstGeom prst="rect">
            <a:avLst/>
          </a:prstGeom>
          <a:solidFill>
            <a:schemeClr val="accent2">
              <a:alpha val="8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4D303556-8C83-51B9-9A4D-908DE21B9B14}"/>
              </a:ext>
            </a:extLst>
          </p:cNvPr>
          <p:cNvSpPr txBox="1"/>
          <p:nvPr/>
        </p:nvSpPr>
        <p:spPr>
          <a:xfrm>
            <a:off x="1046921" y="6488668"/>
            <a:ext cx="4823793" cy="369332"/>
          </a:xfrm>
          <a:prstGeom prst="rect">
            <a:avLst/>
          </a:prstGeom>
          <a:noFill/>
        </p:spPr>
        <p:txBody>
          <a:bodyPr wrap="square" rtlCol="0">
            <a:spAutoFit/>
          </a:bodyPr>
          <a:lstStyle/>
          <a:p>
            <a:r>
              <a:rPr lang="en-US" b="1" dirty="0">
                <a:solidFill>
                  <a:schemeClr val="accent1">
                    <a:lumMod val="75000"/>
                  </a:schemeClr>
                </a:solidFill>
                <a:latin typeface="Calibri" panose="020F0502020204030204" pitchFamily="34" charset="0"/>
                <a:cs typeface="Calibri" panose="020F0502020204030204" pitchFamily="34" charset="0"/>
              </a:rPr>
              <a:t>Presented By : Samir Parulekar. </a:t>
            </a:r>
            <a:r>
              <a:rPr lang="en-US" b="1" dirty="0">
                <a:solidFill>
                  <a:srgbClr val="00B0F0"/>
                </a:solidFill>
                <a:latin typeface="Calibri" panose="020F0502020204030204" pitchFamily="34" charset="0"/>
                <a:cs typeface="Calibri" panose="020F0502020204030204" pitchFamily="34" charset="0"/>
              </a:rPr>
              <a:t>AIPA-32</a:t>
            </a:r>
            <a:endParaRPr lang="en-IN" b="1" dirty="0">
              <a:solidFill>
                <a:srgbClr val="00B0F0"/>
              </a:solidFill>
              <a:latin typeface="Calibri" panose="020F0502020204030204" pitchFamily="34" charset="0"/>
              <a:cs typeface="Calibri" panose="020F0502020204030204" pitchFamily="34" charset="0"/>
            </a:endParaRPr>
          </a:p>
        </p:txBody>
      </p:sp>
      <p:sp>
        <p:nvSpPr>
          <p:cNvPr id="22" name="Freeform: Shape 21">
            <a:extLst>
              <a:ext uri="{FF2B5EF4-FFF2-40B4-BE49-F238E27FC236}">
                <a16:creationId xmlns:a16="http://schemas.microsoft.com/office/drawing/2014/main" id="{701487ED-156F-FF64-FA3E-1AF59889CA02}"/>
              </a:ext>
            </a:extLst>
          </p:cNvPr>
          <p:cNvSpPr/>
          <p:nvPr/>
        </p:nvSpPr>
        <p:spPr>
          <a:xfrm>
            <a:off x="0" y="15272"/>
            <a:ext cx="838200"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31F3E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3" name="Freeform: Shape 22">
            <a:extLst>
              <a:ext uri="{FF2B5EF4-FFF2-40B4-BE49-F238E27FC236}">
                <a16:creationId xmlns:a16="http://schemas.microsoft.com/office/drawing/2014/main" id="{722F8E03-75D1-34EB-6564-D32C6201717F}"/>
              </a:ext>
            </a:extLst>
          </p:cNvPr>
          <p:cNvSpPr/>
          <p:nvPr/>
        </p:nvSpPr>
        <p:spPr>
          <a:xfrm>
            <a:off x="0" y="1148809"/>
            <a:ext cx="838200" cy="1118842"/>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ln>
                <a:solidFill>
                  <a:schemeClr val="tx1"/>
                </a:solidFill>
              </a:ln>
            </a:endParaRPr>
          </a:p>
        </p:txBody>
      </p:sp>
      <p:sp>
        <p:nvSpPr>
          <p:cNvPr id="24" name="Freeform: Shape 23">
            <a:extLst>
              <a:ext uri="{FF2B5EF4-FFF2-40B4-BE49-F238E27FC236}">
                <a16:creationId xmlns:a16="http://schemas.microsoft.com/office/drawing/2014/main" id="{33DBED06-0C0E-DE30-C7A1-2F257FDB6B4C}"/>
              </a:ext>
            </a:extLst>
          </p:cNvPr>
          <p:cNvSpPr/>
          <p:nvPr/>
        </p:nvSpPr>
        <p:spPr>
          <a:xfrm>
            <a:off x="0" y="2284297"/>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5" name="Freeform: Shape 24">
            <a:extLst>
              <a:ext uri="{FF2B5EF4-FFF2-40B4-BE49-F238E27FC236}">
                <a16:creationId xmlns:a16="http://schemas.microsoft.com/office/drawing/2014/main" id="{5B00E881-5DC3-BDA8-CDAC-A53B0DE9BF56}"/>
              </a:ext>
            </a:extLst>
          </p:cNvPr>
          <p:cNvSpPr/>
          <p:nvPr/>
        </p:nvSpPr>
        <p:spPr>
          <a:xfrm>
            <a:off x="-9525" y="3424997"/>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rgbClr val="17EDB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6" name="Freeform: Shape 25">
            <a:extLst>
              <a:ext uri="{FF2B5EF4-FFF2-40B4-BE49-F238E27FC236}">
                <a16:creationId xmlns:a16="http://schemas.microsoft.com/office/drawing/2014/main" id="{5AC23E05-65FC-2855-3CBB-05BB4EB03CF4}"/>
              </a:ext>
            </a:extLst>
          </p:cNvPr>
          <p:cNvSpPr/>
          <p:nvPr/>
        </p:nvSpPr>
        <p:spPr>
          <a:xfrm>
            <a:off x="-11734" y="4583569"/>
            <a:ext cx="838200" cy="112922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7" name="Freeform: Shape 26">
            <a:extLst>
              <a:ext uri="{FF2B5EF4-FFF2-40B4-BE49-F238E27FC236}">
                <a16:creationId xmlns:a16="http://schemas.microsoft.com/office/drawing/2014/main" id="{08FF0D80-DCF3-E02A-3259-B25A75E92D8E}"/>
              </a:ext>
            </a:extLst>
          </p:cNvPr>
          <p:cNvSpPr/>
          <p:nvPr/>
        </p:nvSpPr>
        <p:spPr>
          <a:xfrm>
            <a:off x="-9525" y="5740789"/>
            <a:ext cx="838200" cy="1069586"/>
          </a:xfrm>
          <a:custGeom>
            <a:avLst/>
            <a:gdLst>
              <a:gd name="connsiteX0" fmla="*/ 0 w 838200"/>
              <a:gd name="connsiteY0" fmla="*/ 0 h 1129226"/>
              <a:gd name="connsiteX1" fmla="*/ 649992 w 838200"/>
              <a:gd name="connsiteY1" fmla="*/ 0 h 1129226"/>
              <a:gd name="connsiteX2" fmla="*/ 838200 w 838200"/>
              <a:gd name="connsiteY2" fmla="*/ 188208 h 1129226"/>
              <a:gd name="connsiteX3" fmla="*/ 838200 w 838200"/>
              <a:gd name="connsiteY3" fmla="*/ 941018 h 1129226"/>
              <a:gd name="connsiteX4" fmla="*/ 649992 w 838200"/>
              <a:gd name="connsiteY4" fmla="*/ 1129226 h 1129226"/>
              <a:gd name="connsiteX5" fmla="*/ 0 w 838200"/>
              <a:gd name="connsiteY5" fmla="*/ 1129226 h 112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129226">
                <a:moveTo>
                  <a:pt x="0" y="0"/>
                </a:moveTo>
                <a:lnTo>
                  <a:pt x="649992" y="0"/>
                </a:lnTo>
                <a:cubicBezTo>
                  <a:pt x="753936" y="0"/>
                  <a:pt x="838200" y="84264"/>
                  <a:pt x="838200" y="188208"/>
                </a:cubicBezTo>
                <a:lnTo>
                  <a:pt x="838200" y="941018"/>
                </a:lnTo>
                <a:cubicBezTo>
                  <a:pt x="838200" y="1044962"/>
                  <a:pt x="753936" y="1129226"/>
                  <a:pt x="649992" y="1129226"/>
                </a:cubicBezTo>
                <a:lnTo>
                  <a:pt x="0" y="1129226"/>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n>
                <a:solidFill>
                  <a:schemeClr val="tx1"/>
                </a:solidFill>
              </a:ln>
            </a:endParaRPr>
          </a:p>
        </p:txBody>
      </p:sp>
      <p:sp>
        <p:nvSpPr>
          <p:cNvPr id="2" name="Rectangle 1">
            <a:extLst>
              <a:ext uri="{FF2B5EF4-FFF2-40B4-BE49-F238E27FC236}">
                <a16:creationId xmlns:a16="http://schemas.microsoft.com/office/drawing/2014/main" id="{71E4B8AF-CDAC-A3AC-8ACA-8D229BCBB077}"/>
              </a:ext>
            </a:extLst>
          </p:cNvPr>
          <p:cNvSpPr/>
          <p:nvPr/>
        </p:nvSpPr>
        <p:spPr>
          <a:xfrm>
            <a:off x="847725" y="2288407"/>
            <a:ext cx="11344275" cy="2355272"/>
          </a:xfrm>
          <a:prstGeom prst="rect">
            <a:avLst/>
          </a:prstGeom>
          <a:solidFill>
            <a:srgbClr val="4286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B5912EBE-1A4D-338B-4D04-9028F895502A}"/>
              </a:ext>
            </a:extLst>
          </p:cNvPr>
          <p:cNvSpPr txBox="1"/>
          <p:nvPr/>
        </p:nvSpPr>
        <p:spPr>
          <a:xfrm>
            <a:off x="1736437" y="2666171"/>
            <a:ext cx="5857566" cy="1323439"/>
          </a:xfrm>
          <a:prstGeom prst="rect">
            <a:avLst/>
          </a:prstGeom>
          <a:noFill/>
        </p:spPr>
        <p:txBody>
          <a:bodyPr wrap="none" rtlCol="0">
            <a:spAutoFit/>
          </a:bodyPr>
          <a:lstStyle/>
          <a:p>
            <a:r>
              <a:rPr lang="en-US" sz="8000" b="1" dirty="0">
                <a:solidFill>
                  <a:schemeClr val="bg1"/>
                </a:solidFill>
                <a:latin typeface="Calibri" panose="020F0502020204030204" pitchFamily="34" charset="0"/>
                <a:cs typeface="Calibri" panose="020F0502020204030204" pitchFamily="34" charset="0"/>
              </a:rPr>
              <a:t>THANK YOU !</a:t>
            </a:r>
            <a:endParaRPr lang="en-IN" sz="80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0401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Face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A306332-D4AF-4FA7-A0A6-14FC703823BC}">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Facet</Template>
  <TotalTime>345</TotalTime>
  <Words>1199</Words>
  <Application>Microsoft Office PowerPoint</Application>
  <PresentationFormat>Widescreen</PresentationFormat>
  <Paragraphs>174</Paragraphs>
  <Slides>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SAMIR PARULEKAR</dc:creator>
  <cp:lastModifiedBy>SAMIR PARULEKAR</cp:lastModifiedBy>
  <cp:revision>121</cp:revision>
  <dcterms:created xsi:type="dcterms:W3CDTF">2026-04-18T08:23:31Z</dcterms:created>
  <dcterms:modified xsi:type="dcterms:W3CDTF">2026-06-15T17:36:32Z</dcterms:modified>
</cp:coreProperties>
</file>